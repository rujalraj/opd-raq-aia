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41f221eaa5441e" /><Relationship Type="http://schemas.openxmlformats.org/officeDocument/2006/relationships/extended-properties" Target="/docProps/app.xml" Id="R435597fb80484569" /><Relationship Type="http://schemas.openxmlformats.org/officeDocument/2006/relationships/officeDocument" Target="/ppt/presentation.xml" Id="R8ca348b905b34c9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8c0e5ad7fe34fbd"/>
  </p:sldMasterIdLst>
  <p:notesMasterIdLst>
    <p:notesMasterId xmlns:r="http://schemas.openxmlformats.org/officeDocument/2006/relationships" r:id="R96d9b5fd3ec74eef"/>
  </p:notesMasterIdLst>
  <p:sldIdLst>
    <p:sldId xmlns:r="http://schemas.openxmlformats.org/officeDocument/2006/relationships" id="256" r:id="R033c8aa9989a46a1"/>
    <p:sldId xmlns:r="http://schemas.openxmlformats.org/officeDocument/2006/relationships" id="257" r:id="R6aa1c96659034a27"/>
    <p:sldId xmlns:r="http://schemas.openxmlformats.org/officeDocument/2006/relationships" id="258" r:id="R79175787283448e2"/>
    <p:sldId xmlns:r="http://schemas.openxmlformats.org/officeDocument/2006/relationships" id="259" r:id="R13d95193d330405d"/>
    <p:sldId xmlns:r="http://schemas.openxmlformats.org/officeDocument/2006/relationships" id="260" r:id="R06523d7ad93b4e68"/>
    <p:sldId xmlns:r="http://schemas.openxmlformats.org/officeDocument/2006/relationships" id="261" r:id="R77a6f2a956c64eec"/>
    <p:sldId xmlns:r="http://schemas.openxmlformats.org/officeDocument/2006/relationships" id="262" r:id="R5bcf288673944e60"/>
    <p:sldId xmlns:r="http://schemas.openxmlformats.org/officeDocument/2006/relationships" id="263" r:id="R8aaee610b75c4977"/>
    <p:sldId xmlns:r="http://schemas.openxmlformats.org/officeDocument/2006/relationships" id="264" r:id="R6fba7be4678a4417"/>
    <p:sldId xmlns:r="http://schemas.openxmlformats.org/officeDocument/2006/relationships" id="265" r:id="Rd73b447e3f0a45fb"/>
  </p:sldIdLst>
  <p:sldSz cx="12192000" cy="6858000"/>
  <p:notesSz cx="6858000" cy="9144000"/>
  <p:embeddedFontLst>
    <p:embeddedFont>
      <p:font typeface="Play"/>
      <p:regular xmlns:r="http://schemas.openxmlformats.org/officeDocument/2006/relationships" r:id="R69d52292d10a4527"/>
      <p:bold xmlns:r="http://schemas.openxmlformats.org/officeDocument/2006/relationships" r:id="Rd207435de04346dc"/>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bf79223e0b4580" /><Relationship Type="http://schemas.openxmlformats.org/officeDocument/2006/relationships/slideMaster" Target="/ppt/slideMasters/slideMaster1.xml" Id="R68c0e5ad7fe34fbd" /><Relationship Type="http://schemas.openxmlformats.org/officeDocument/2006/relationships/notesMaster" Target="/ppt/notesMasters/notesMaster1.xml" Id="R96d9b5fd3ec74eef" /><Relationship Type="http://schemas.openxmlformats.org/officeDocument/2006/relationships/presProps" Target="/ppt/presProps.xml" Id="Rbd56e4285bad482d" /><Relationship Type="http://schemas.openxmlformats.org/officeDocument/2006/relationships/tableStyles" Target="/ppt/tableStyles.xml" Id="R9e8bb54dcdd8417f" /><Relationship Type="http://schemas.openxmlformats.org/officeDocument/2006/relationships/font" Target="/ppt/fonts/font.dat" Id="R69d52292d10a4527" /><Relationship Type="http://schemas.openxmlformats.org/officeDocument/2006/relationships/font" Target="/ppt/fonts/font2.dat" Id="Rd207435de04346dc" /><Relationship Type="http://schemas.openxmlformats.org/officeDocument/2006/relationships/slide" Target="/ppt/slides/slide1.xml" Id="R033c8aa9989a46a1" /><Relationship Type="http://schemas.openxmlformats.org/officeDocument/2006/relationships/slide" Target="/ppt/slides/slide2.xml" Id="R6aa1c96659034a27" /><Relationship Type="http://schemas.openxmlformats.org/officeDocument/2006/relationships/slide" Target="/ppt/slides/slide3.xml" Id="R79175787283448e2" /><Relationship Type="http://schemas.openxmlformats.org/officeDocument/2006/relationships/slide" Target="/ppt/slides/slide4.xml" Id="R13d95193d330405d" /><Relationship Type="http://schemas.openxmlformats.org/officeDocument/2006/relationships/slide" Target="/ppt/slides/slide5.xml" Id="R06523d7ad93b4e68" /><Relationship Type="http://schemas.openxmlformats.org/officeDocument/2006/relationships/slide" Target="/ppt/slides/slide6.xml" Id="R77a6f2a956c64eec" /><Relationship Type="http://schemas.openxmlformats.org/officeDocument/2006/relationships/slide" Target="/ppt/slides/slide7.xml" Id="R5bcf288673944e60" /><Relationship Type="http://schemas.openxmlformats.org/officeDocument/2006/relationships/slide" Target="/ppt/slides/slide8.xml" Id="R8aaee610b75c4977" /><Relationship Type="http://schemas.openxmlformats.org/officeDocument/2006/relationships/slide" Target="/ppt/slides/slide9.xml" Id="R6fba7be4678a4417" /><Relationship Type="http://schemas.openxmlformats.org/officeDocument/2006/relationships/slide" Target="/ppt/slides/slide10.xml" Id="Rd73b447e3f0a45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9f3247a44e40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83aaf82cb34991" /><Relationship Type="http://schemas.openxmlformats.org/officeDocument/2006/relationships/notesMaster" Target="/ppt/notesMasters/notesMaster1.xml" Id="Rf124a9eccd2b4f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997147ae5940e8" /><Relationship Type="http://schemas.openxmlformats.org/officeDocument/2006/relationships/notesMaster" Target="/ppt/notesMasters/notesMaster1.xml" Id="R7e0f124620fd4c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b64a8171eb4a42" /><Relationship Type="http://schemas.openxmlformats.org/officeDocument/2006/relationships/notesMaster" Target="/ppt/notesMasters/notesMaster1.xml" Id="R948e29432ff24d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4165a1b83b4ea1" /><Relationship Type="http://schemas.openxmlformats.org/officeDocument/2006/relationships/notesMaster" Target="/ppt/notesMasters/notesMaster1.xml" Id="R2d41040c167c42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0d556d578046ca" /><Relationship Type="http://schemas.openxmlformats.org/officeDocument/2006/relationships/notesMaster" Target="/ppt/notesMasters/notesMaster1.xml" Id="Rd5fa44d2a0b644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b446d8ff5f4706" /><Relationship Type="http://schemas.openxmlformats.org/officeDocument/2006/relationships/notesMaster" Target="/ppt/notesMasters/notesMaster1.xml" Id="R727a153923c141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7e34fa8e9d4365" /><Relationship Type="http://schemas.openxmlformats.org/officeDocument/2006/relationships/notesMaster" Target="/ppt/notesMasters/notesMaster1.xml" Id="R250052fac8f64d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bcb22f2dd343d5" /><Relationship Type="http://schemas.openxmlformats.org/officeDocument/2006/relationships/notesMaster" Target="/ppt/notesMasters/notesMaster1.xml" Id="R0aa3b33d0acb4b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65697f8d124075" /><Relationship Type="http://schemas.openxmlformats.org/officeDocument/2006/relationships/notesMaster" Target="/ppt/notesMasters/notesMaster1.xml" Id="R12d9f73df11449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fa07c95fa23496b" /><Relationship Type="http://schemas.openxmlformats.org/officeDocument/2006/relationships/notesMaster" Target="/ppt/notesMasters/notesMaster1.xml" Id="R926d3669da204c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chemeClr val="dk1"/>
                </a:solidFill>
                <a:latin typeface="Arial"/>
                <a:ea typeface="Arial"/>
                <a:cs typeface="Arial"/>
              </a:rPr>
              <a:t>OPD RAQ AIA is our working hackathon prototype for T05, OPD Flow. It registers synthetic patients, suggests urgency and reorders a fixed-token queue. Groq is enabled, using the pretrained OpenAI GPT-OSS 120B model; we did not train or fine-tune it. Staff remain able to change the priority and request doctor review. This is not clinically validated and is not for real patient care. Team ID AAYU-J9F7. The application was developed iteratively with Codex/ChatGPT assistance across preparation and hackathon changes; do not claim that all work was written manually or completed in an eight-hour window. Sources: repository README and verification history; supplied Aayu T05 problem and presentation template. Live demo: https://opd-raq-aia.onrender.com . Repository: https://github.com/RujalRaj/OPD-RAQ-AIA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rPr sz="1200">
                <a:solidFill>
                  <a:schemeClr val="dk1"/>
                </a:solidFill>
                <a:latin typeface="Arial"/>
                <a:ea typeface="Arial"/>
                <a:cs typeface="Arial"/>
              </a:rPr>
              <a:t>Use the problem statement story to explain the need, not as evidence of a tested medical decision: token 87 is a 60-year-old man with chest tightness and sweating, while token 23 is attending for a routine thyroid refill. The prototype can surface urgency without replacing either token. The story is illustrative and adapted from the supplied Aayu 2026 T05 brief; it is not a patient dataset or a measured clinical outcome. The routine label shown is conditional on the assessed context. The screenshot/demo queue is a separate synthetic set. Source: supplied T05 OPD Flow problem statement and original presentation.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rPr sz="1200">
                <a:solidFill>
                  <a:schemeClr val="dk1"/>
                </a:solidFill>
                <a:latin typeface="Arial"/>
                <a:ea typeface="Arial"/>
                <a:cs typeface="Arial"/>
              </a:rPr>
              <a:t>Begin with language, About You and staff sign-in/vitals. Temperature, SpO2 and pulse are required; temperature and pulse permit a numeric value or High/Low, while SpO2 must be numeric. Other vitals may remain unknown. High/Low does not invent a number or automatically make the priority Immediate. Staff-assessed emergency creates an audited Immediate decision and a token, skipping symptoms and AI. Otherwise the patient contributes symptoms through voice, text or the eight grouped checkbox sections, then staff review before submission. The backend applies the supplied source rules. An Immediate rule bypasses the model; otherwise Groq may propose Immediate, Soon or Routine, subject to response validation and source safety limits. The receipt handles pending AI; priority updates do not change the token. The dashboard defaults to Immediate and switches groups via a dropdown. Nurses, interns and JRs need a reason and at least one new numeric measurement to override; doctors need a reason. Any permitted staff member can request doctor review with a reason. Only a doctor resolves an Unresolved review with a note. Sources: frontend/Intake, RegistrationVitals and PatientDetail; backend/main.py, schemas and services; README.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rPr sz="1200">
                <a:solidFill>
                  <a:schemeClr val="dk1"/>
                </a:solidFill>
                <a:latin typeface="Arial"/>
                <a:ea typeface="Arial"/>
                <a:cs typeface="Arial"/>
              </a:rPr>
              <a:t>The innovation is the integration and workflow: urgency-aware sorting without changing registration identity; short, grouped multilingual intake; original wording alongside a translation; and clear staff authority with records of changes. We do not claim to have invented triage or a new foundation model. Eight checkbox groups contain the team-supplied symptom options and expand on demand. Live Groq suggestions are bounded by source safety checks. A staff emergency shortcut bypasses lengthy symptom collection only after the three required vitals. The third-party libraries, model, source matrix and presentation template are credited in the README and dependency notices. Sources: implementation, PROJECT_HANDOFF.md, Planout.xlsx, subsequent team requirements.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rPr sz="1200">
                <a:solidFill>
                  <a:schemeClr val="dk1"/>
                </a:solidFill>
                <a:latin typeface="Arial"/>
                <a:ea typeface="Arial"/>
                <a:cs typeface="Arial"/>
              </a:rPr>
              <a:t>Demo sequence: open the live URL and use Fill credentials to sign in as Nurse. The prepared queue starts at 3 Immediate, 7 Soon and 30 Routine; these seeded priorities are explicitly labelled local demo assessments. Eligible new registrations and reassessments use live Groq. Show the priority dropdown and open Demo Anita Verma, the scripted registration-error practice case. Choose Routine, enter the clarification in the reason box, add a numeric pulse measurement such as the synthetic value 82, then apply the override. Her original token and original report remain unchanged, while the queue and audit history reflect the change. The practice case is not evidence of a measured AI mistake. Show Original / Translated boxes, then Request doctor review and the Unresolved filter if time allows. Sign in as Doctor to resolve with a note. Current recorded checks: 195 backend tests; 9 frontend tests; 7 affected browser scenarios; production build and hosted smoke checks. A live synthetic Groq reassessment and two live translation calls succeeded. This is software/connectivity verification, not clinical validation. Screenshot: docs/assets/live-dashboard.png captured from this project on 13 October 2026. Evidence: docs/verification.md. Shared free Render demo may start slowly after inactivity; its SQLite data may reset on restart. Live: https://opd-raq-aia.onrender.com ; code: https://github.com/RujalRaj/OPD-RAQ-AIA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rPr sz="1200">
                <a:solidFill>
                  <a:schemeClr val="dk1"/>
                </a:solidFill>
                <a:latin typeface="Arial"/>
                <a:ea typeface="Arial"/>
                <a:cs typeface="Arial"/>
              </a:rPr>
              <a:t>The supplied team slide lists Prof. Raj Kishore Singh, Medicine, BRD Medical College; Dr. Aradhana Singh, OBG, AIIMS Gorakhpur; a CSE–AIML member; and a CSE–AIML developer associated with TCS. Engineering names were not supplied for those roles, so none are invented here. These are the backgrounds stated by the team, not endorsements from their institutions. No years of experience or formal clinical validation are claimed. Explain the healthcare-oriented workflow choices requested by the team: staff-led entry, early mandatory vitals, patient participation only for symptom reporting when appropriate, preservation of the parcha number and escalation of an unresolved case to the doctor. Describe specific clinician review or field testing only if the team can substantiate it. Formal clinical evaluation remains pending. Source: the supplied final presentation, slide 7, and the team’s implementation requirements.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rPr sz="1200">
                <a:solidFill>
                  <a:schemeClr val="dk1"/>
                </a:solidFill>
                <a:latin typeface="Arial"/>
                <a:ea typeface="Arial"/>
                <a:cs typeface="Arial"/>
              </a:rPr>
              <a:t>The live provider is Groq using model ID openai/gpt-oss-120b through the OpenAI Python SDK and a Groq API base URL. The model is pretrained and no training dataset or fine-tuning was created. The FastAPI backend supplies structured context and a constrained schema, validates model output, and prevents the AI result from lowering a source-derived safety floor or replacing a staff decision. Prompt and JSON structure alone do not prove clinical safety. The source Safety Matrix is the proximate rule source; its unresolved example mismatches are documented in docs/source-gaps.md. Temperature/pulse High or Low are qualitative observations with null numeric values. The source numeric rules cannot invent thresholds from them; the model is told not to fabricate numbers. If a response is unavailable or invalid, the labelled source-rule result and staff-review request remain visible. Role checks, version checks and append-only audit records are enforced server-side. Doctors must give a reason to override; nurses/interns/JRs additionally need a new numeric measurement. This is a synthetic hackathon prototype, not a clinical device or a treatment system. Sources: backend/services/ai.py and triage rules, schemas, tests, README, docs/source-gaps.md. Model documentation: https://console.groq.com/docs/model/openai/gpt-oss-120b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rPr sz="1200">
                <a:solidFill>
                  <a:schemeClr val="dk1"/>
                </a:solidFill>
                <a:latin typeface="Arial"/>
                <a:ea typeface="Arial"/>
                <a:cs typeface="Arial"/>
              </a:rPr>
              <a:t>The intended benefit is earlier visibility of urgent concerns and less effort communicating across language or literacy barriers, with staff able to correct the result. We have demonstrated the mechanics with synthetic data, not a reduction in waiting time, mortality or workload. A future supervised evaluation should measure registration-to-staff-assessment time, missed urgent cases, unnecessary escalations/disagreements, intake completion time, assistance required and translation errors. Measures shown here are a proposed evaluation plan, not measured statistics. Clinical review, ethics/governance and local workflow approval would be needed before a real-patient evaluation. The current 195 tests are software checks, not diagnostic or triage accuracy. Source: current project scope and limitations; responsible oversight background https://www.who.int/publications/i/item/9789240029200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rPr sz="1200">
                <a:solidFill>
                  <a:schemeClr val="dk1"/>
                </a:solidFill>
                <a:latin typeface="Arial"/>
                <a:ea typeface="Arial"/>
                <a:cs typeface="Arial"/>
              </a:rPr>
              <a:t>These are the seven future directions approved by the team and listed in the README: ABDM/ABHA integration; clinician assistance in diagnosis from symptoms, vitals, history and doctor conversation; prescription drafts approved by the doctor with a patient leaflet in the patient’s language; follow-up reminders and patient emergency alerts with a defined response process; comparison/integration of better models; a more comprehensive clinician-reviewed safety matrix; and offline inference/local-network operation for poor connectivity. Diagnosis support and prescriptions are not implemented in the current demo. ABHA is currently a placeholder and has no record-fetch integration. Present local operation still requires electricity; battery or UPS would be needed during an outage. Offline model inference is planned, while local forms/database/audio and source-rule fallback already work without hosted inference. Source: README Future prospect, exactly the user-approved scope.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rPr sz="1200">
                <a:solidFill>
                  <a:schemeClr val="dk1"/>
                </a:solidFill>
                <a:latin typeface="Arial"/>
                <a:ea typeface="Arial"/>
                <a:cs typeface="Arial"/>
              </a:rPr>
              <a:t>Acknowledgements and provenance: Aayu 2026 / DevAarambh supplied the T05 OPD Flow problem and the visual template retained here. The template background and logos were not created by this project. PROJECT_HANDOFF.md and Planout.xlsx (originally Updated_PRANA_Hackathon_Battle_Plan.xlsx) supplied starting requirements, example cases and the Safety Matrix. Team-provided symptom text and later instructions shaped the implementation. The source material cites WHO/ICRC/MSF IITT and NEWS2-informed guardrails; this app is not an independently validated implementation of those protocols. IITT source: https://www.who.int/tools/triage . WHO Ethics and governance of artificial intelligence for health (2021): https://www.who.int/publications/i/item/9789240029200 . OpenAI Codex/ChatGPT assisted coding, debugging, tests, synthetic data, wording, documentation and presentation preparation. The team supplied workflow choices and corrections. Groq hosts the existing OpenAI GPT-OSS 120B model; model source documentation https://console.groq.com/docs/model/openai/gpt-oss-120b ; SDK https://github.com/openai/openai-python . No training or fine-tuning was performed. React, Vite, TypeScript, FastAPI, Pydantic, SQLAlchemy, SQLite and their dependencies underpin the app. Lucide icons and Fontsource DM Sans, Manrope and Noto Sans Devanagari are credited with notices. Fixed audio was generated with edge-tts and Microsoft Edge Swara/Neerja voices, using PyAV/NumPy; a legacy asset used gTTS/Google Translate TTS. Local faster-whisper checked generated speech and is not the runtime speech-input provider. Optional browser speech recognition uses the Web Speech API. pytest/Vitest/Playwright/Testing Library/axe-core/Ruff/Prettier support verification. Git/GitHub/VS Code/Docker/Render support development and hosting. Screenshots and the current 40-case queue contain synthetic demo data. AI model/voice services remain governed by their own terms. Full exact dependency inventory and preserved font/icon licences: https://github.com/RujalRaj/OPD-RAQ-AIA/blob/main/THIRD_PARTY_NOTICES.md . No WHO or institutional endorsement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de845697a54a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79d51cd90a42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16f2202c5142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66e7808a864a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ad63077beb4b4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8b767172dd146e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a48d2b70ad6427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13bfdf3d2c94f9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464532dbaaf470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277711ecdf342e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1459cdbe76b4e86"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2" name="Google Shape;12;p9">
            <a:extLst xmlns:a="http://schemas.openxmlformats.org/drawingml/2006/main">
              <a:ext uri="{FF2B5EF4-FFF2-40B4-BE49-F238E27FC236}">
                <a16:creationId xmlns:a16="http://schemas.microsoft.com/office/drawing/2014/main" id="{F4E0870D-7716-4A92-87C7-9512F453E3C9}"/>
              </a:ext>
            </a:extLst>
          </p:cNvPr>
          <p:cNvSpPr>
            <a:spLocks xmlns:a="http://schemas.openxmlformats.org/drawingml/2006/main" noGrp="1"/>
          </p:cNvSpPr>
          <p:nvPr>
            <p:ph type="ctrTitle" idx="0"/>
          </p:nvPr>
        </p:nvSpPr>
        <p:spPr>
          <a:xfrm xmlns:a="http://schemas.openxmlformats.org/drawingml/2006/main">
            <a:off x="1524000" y="1122363"/>
            <a:ext cx="9144000" cy="238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90000"/>
              </a:lnSpc>
              <a:spcBef>
                <a:spcPts val="0"/>
              </a:spcBef>
              <a:spcAft>
                <a:spcPts val="0"/>
              </a:spcAft>
              <a:buClr>
                <a:schemeClr val="dk1"/>
              </a:buClr>
              <a:buSzPts val="6000"/>
              <a:buFont typeface="Play"/>
              <a:buNone/>
              <a:defRPr sz="60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13" name="Google Shape;13;p9">
            <a:extLst xmlns:a="http://schemas.openxmlformats.org/drawingml/2006/main">
              <a:ext uri="{FF2B5EF4-FFF2-40B4-BE49-F238E27FC236}">
                <a16:creationId xmlns:a16="http://schemas.microsoft.com/office/drawing/2014/main" id="{C16551FE-A583-4FD3-A5C6-D372B263CF07}"/>
              </a:ext>
            </a:extLst>
          </p:cNvPr>
          <p:cNvSpPr>
            <a:spLocks xmlns:a="http://schemas.openxmlformats.org/drawingml/2006/main" noGrp="1"/>
          </p:cNvSpPr>
          <p:nvPr>
            <p:ph type="subTitle" idx="1"/>
          </p:nvPr>
        </p:nvSpPr>
        <p:spPr>
          <a:xfrm xmlns:a="http://schemas.openxmlformats.org/drawingml/2006/main">
            <a:off x="1524000" y="3602038"/>
            <a:ext cx="9144000" cy="1655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000"/>
              </a:spcBef>
              <a:spcAft>
                <a:spcPts val="0"/>
              </a:spcAft>
              <a:buClr>
                <a:schemeClr val="dk1"/>
              </a:buClr>
              <a:buSzPts val="2400"/>
              <a:buNone/>
              <a:defRPr sz="2400"/>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xmlns:a="http://schemas.openxmlformats.org/drawingml/2006/main"/>
        </p:txBody>
      </p:sp>
      <p:sp>
        <p:nvSpPr>
          <p:cNvPr id="14" name="Google Shape;14;p9">
            <a:extLst xmlns:a="http://schemas.openxmlformats.org/drawingml/2006/main">
              <a:ext uri="{FF2B5EF4-FFF2-40B4-BE49-F238E27FC236}">
                <a16:creationId xmlns:a16="http://schemas.microsoft.com/office/drawing/2014/main" id="{DA3E1895-0E24-4B4A-B00D-64B8995A4F8D}"/>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5" name="Google Shape;15;p9">
            <a:extLst xmlns:a="http://schemas.openxmlformats.org/drawingml/2006/main">
              <a:ext uri="{FF2B5EF4-FFF2-40B4-BE49-F238E27FC236}">
                <a16:creationId xmlns:a16="http://schemas.microsoft.com/office/drawing/2014/main" id="{BF73B9E9-6441-4B33-AB19-786C4F18705D}"/>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6" name="Google Shape;16;p9">
            <a:extLst xmlns:a="http://schemas.openxmlformats.org/drawingml/2006/main">
              <a:ext uri="{FF2B5EF4-FFF2-40B4-BE49-F238E27FC236}">
                <a16:creationId xmlns:a16="http://schemas.microsoft.com/office/drawing/2014/main" id="{E6A088B1-8168-4E5C-B653-BE26C3E9530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8" name="Google Shape;18;p10">
            <a:extLst xmlns:a="http://schemas.openxmlformats.org/drawingml/2006/main">
              <a:ext uri="{FF2B5EF4-FFF2-40B4-BE49-F238E27FC236}">
                <a16:creationId xmlns:a16="http://schemas.microsoft.com/office/drawing/2014/main" id="{1DA67E33-B5F6-4696-961F-E1031890DA22}"/>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19" name="Google Shape;19;p10">
            <a:extLst xmlns:a="http://schemas.openxmlformats.org/drawingml/2006/main">
              <a:ext uri="{FF2B5EF4-FFF2-40B4-BE49-F238E27FC236}">
                <a16:creationId xmlns:a16="http://schemas.microsoft.com/office/drawing/2014/main" id="{988ADA95-9C25-449F-A3B3-EC6CD5BA75EA}"/>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20" name="Google Shape;20;p10">
            <a:extLst xmlns:a="http://schemas.openxmlformats.org/drawingml/2006/main">
              <a:ext uri="{FF2B5EF4-FFF2-40B4-BE49-F238E27FC236}">
                <a16:creationId xmlns:a16="http://schemas.microsoft.com/office/drawing/2014/main" id="{7689D501-2B71-488A-A856-57C238594D4C}"/>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1" name="Google Shape;21;p10">
            <a:extLst xmlns:a="http://schemas.openxmlformats.org/drawingml/2006/main">
              <a:ext uri="{FF2B5EF4-FFF2-40B4-BE49-F238E27FC236}">
                <a16:creationId xmlns:a16="http://schemas.microsoft.com/office/drawing/2014/main" id="{BD068DBB-1252-4196-AFED-A77F90791C4D}"/>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2" name="Google Shape;22;p10">
            <a:extLst xmlns:a="http://schemas.openxmlformats.org/drawingml/2006/main">
              <a:ext uri="{FF2B5EF4-FFF2-40B4-BE49-F238E27FC236}">
                <a16:creationId xmlns:a16="http://schemas.microsoft.com/office/drawing/2014/main" id="{35F10854-A919-4F5D-8F7E-87FC3C7EB7C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4" name="Google Shape;24;p11">
            <a:extLst xmlns:a="http://schemas.openxmlformats.org/drawingml/2006/main">
              <a:ext uri="{FF2B5EF4-FFF2-40B4-BE49-F238E27FC236}">
                <a16:creationId xmlns:a16="http://schemas.microsoft.com/office/drawing/2014/main" id="{E35CA910-5DE7-4132-8798-08DA249FE37F}"/>
              </a:ext>
            </a:extLst>
          </p:cNvPr>
          <p:cNvSpPr>
            <a:spLocks xmlns:a="http://schemas.openxmlformats.org/drawingml/2006/main" noGrp="1"/>
          </p:cNvSpPr>
          <p:nvPr>
            <p:ph type="title" idx="0"/>
          </p:nvPr>
        </p:nvSpPr>
        <p:spPr>
          <a:xfrm xmlns:a="http://schemas.openxmlformats.org/drawingml/2006/main">
            <a:off x="831850" y="1709738"/>
            <a:ext cx="10515600" cy="2852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dk1"/>
              </a:buClr>
              <a:buSzPts val="6000"/>
              <a:buFont typeface="Play"/>
              <a:buNone/>
              <a:defRPr sz="60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5" name="Google Shape;25;p11">
            <a:extLst xmlns:a="http://schemas.openxmlformats.org/drawingml/2006/main">
              <a:ext uri="{FF2B5EF4-FFF2-40B4-BE49-F238E27FC236}">
                <a16:creationId xmlns:a16="http://schemas.microsoft.com/office/drawing/2014/main" id="{522D7C6C-DD6C-4632-93DA-34E029418898}"/>
              </a:ext>
            </a:extLst>
          </p:cNvPr>
          <p:cNvSpPr>
            <a:spLocks xmlns:a="http://schemas.openxmlformats.org/drawingml/2006/main" noGrp="1"/>
          </p:cNvSpPr>
          <p:nvPr>
            <p:ph type="body" idx="1"/>
          </p:nvPr>
        </p:nvSpPr>
        <p:spPr>
          <a:xfrm xmlns:a="http://schemas.openxmlformats.org/drawingml/2006/main">
            <a:off x="831850" y="4589463"/>
            <a:ext cx="105156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rgbClr val="757575"/>
              </a:buClr>
              <a:buSzPts val="2400"/>
              <a:buNone/>
              <a:defRPr sz="2400">
                <a:solidFill>
                  <a:srgbClr val="757575"/>
                </a:solidFill>
              </a:defRPr>
            </a:lvl1pPr>
            <a:lvl2pPr marL="914400" indent="-228600" algn="l">
              <a:lnSpc>
                <a:spcPct val="90000"/>
              </a:lnSpc>
              <a:spcBef>
                <a:spcPts val="500"/>
              </a:spcBef>
              <a:spcAft>
                <a:spcPts val="0"/>
              </a:spcAft>
              <a:buClr>
                <a:srgbClr val="757575"/>
              </a:buClr>
              <a:buSzPts val="2000"/>
              <a:buNone/>
              <a:defRPr sz="2000">
                <a:solidFill>
                  <a:srgbClr val="757575"/>
                </a:solidFill>
              </a:defRPr>
            </a:lvl2pPr>
            <a:lvl3pPr marL="1371600" indent="-228600" algn="l">
              <a:lnSpc>
                <a:spcPct val="90000"/>
              </a:lnSpc>
              <a:spcBef>
                <a:spcPts val="500"/>
              </a:spcBef>
              <a:spcAft>
                <a:spcPts val="0"/>
              </a:spcAft>
              <a:buClr>
                <a:srgbClr val="757575"/>
              </a:buClr>
              <a:buSzPts val="1800"/>
              <a:buNone/>
              <a:defRPr sz="1800">
                <a:solidFill>
                  <a:srgbClr val="757575"/>
                </a:solidFill>
              </a:defRPr>
            </a:lvl3pPr>
            <a:lvl4pPr marL="1828800" indent="-228600" algn="l">
              <a:lnSpc>
                <a:spcPct val="90000"/>
              </a:lnSpc>
              <a:spcBef>
                <a:spcPts val="500"/>
              </a:spcBef>
              <a:spcAft>
                <a:spcPts val="0"/>
              </a:spcAft>
              <a:buClr>
                <a:srgbClr val="757575"/>
              </a:buClr>
              <a:buSzPts val="1600"/>
              <a:buNone/>
              <a:defRPr sz="1600">
                <a:solidFill>
                  <a:srgbClr val="757575"/>
                </a:solidFill>
              </a:defRPr>
            </a:lvl4pPr>
            <a:lvl5pPr marL="2286000" indent="-228600" algn="l">
              <a:lnSpc>
                <a:spcPct val="90000"/>
              </a:lnSpc>
              <a:spcBef>
                <a:spcPts val="500"/>
              </a:spcBef>
              <a:spcAft>
                <a:spcPts val="0"/>
              </a:spcAft>
              <a:buClr>
                <a:srgbClr val="757575"/>
              </a:buClr>
              <a:buSzPts val="1600"/>
              <a:buNone/>
              <a:defRPr sz="1600">
                <a:solidFill>
                  <a:srgbClr val="757575"/>
                </a:solidFill>
              </a:defRPr>
            </a:lvl5pPr>
            <a:lvl6pPr marL="2743200" indent="-228600" algn="l">
              <a:lnSpc>
                <a:spcPct val="90000"/>
              </a:lnSpc>
              <a:spcBef>
                <a:spcPts val="500"/>
              </a:spcBef>
              <a:spcAft>
                <a:spcPts val="0"/>
              </a:spcAft>
              <a:buClr>
                <a:srgbClr val="757575"/>
              </a:buClr>
              <a:buSzPts val="1600"/>
              <a:buNone/>
              <a:defRPr sz="1600">
                <a:solidFill>
                  <a:srgbClr val="757575"/>
                </a:solidFill>
              </a:defRPr>
            </a:lvl6pPr>
            <a:lvl7pPr marL="3200400" indent="-228600" algn="l">
              <a:lnSpc>
                <a:spcPct val="90000"/>
              </a:lnSpc>
              <a:spcBef>
                <a:spcPts val="500"/>
              </a:spcBef>
              <a:spcAft>
                <a:spcPts val="0"/>
              </a:spcAft>
              <a:buClr>
                <a:srgbClr val="757575"/>
              </a:buClr>
              <a:buSzPts val="1600"/>
              <a:buNone/>
              <a:defRPr sz="1600">
                <a:solidFill>
                  <a:srgbClr val="757575"/>
                </a:solidFill>
              </a:defRPr>
            </a:lvl7pPr>
            <a:lvl8pPr marL="3657600" indent="-228600" algn="l">
              <a:lnSpc>
                <a:spcPct val="90000"/>
              </a:lnSpc>
              <a:spcBef>
                <a:spcPts val="500"/>
              </a:spcBef>
              <a:spcAft>
                <a:spcPts val="0"/>
              </a:spcAft>
              <a:buClr>
                <a:srgbClr val="757575"/>
              </a:buClr>
              <a:buSzPts val="1600"/>
              <a:buNone/>
              <a:defRPr sz="1600">
                <a:solidFill>
                  <a:srgbClr val="757575"/>
                </a:solidFill>
              </a:defRPr>
            </a:lvl8pPr>
            <a:lvl9pPr marL="4114800" indent="-228600" algn="l">
              <a:lnSpc>
                <a:spcPct val="90000"/>
              </a:lnSpc>
              <a:spcBef>
                <a:spcPts val="500"/>
              </a:spcBef>
              <a:spcAft>
                <a:spcPts val="0"/>
              </a:spcAft>
              <a:buClr>
                <a:srgbClr val="757575"/>
              </a:buClr>
              <a:buSzPts val="1600"/>
              <a:buNone/>
              <a:defRPr sz="1600">
                <a:solidFill>
                  <a:srgbClr val="757575"/>
                </a:solidFill>
              </a:defRPr>
            </a:lvl9pPr>
          </a:lstStyle>
          <a:p xmlns:a="http://schemas.openxmlformats.org/drawingml/2006/main"/>
        </p:txBody>
      </p:sp>
      <p:sp>
        <p:nvSpPr>
          <p:cNvPr id="26" name="Google Shape;26;p11">
            <a:extLst xmlns:a="http://schemas.openxmlformats.org/drawingml/2006/main">
              <a:ext uri="{FF2B5EF4-FFF2-40B4-BE49-F238E27FC236}">
                <a16:creationId xmlns:a16="http://schemas.microsoft.com/office/drawing/2014/main" id="{0E15878E-3703-4819-9E8B-526A007BCA5F}"/>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7" name="Google Shape;27;p11">
            <a:extLst xmlns:a="http://schemas.openxmlformats.org/drawingml/2006/main">
              <a:ext uri="{FF2B5EF4-FFF2-40B4-BE49-F238E27FC236}">
                <a16:creationId xmlns:a16="http://schemas.microsoft.com/office/drawing/2014/main" id="{1A13804F-832B-47DC-8866-147BBA6E3651}"/>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8" name="Google Shape;28;p11">
            <a:extLst xmlns:a="http://schemas.openxmlformats.org/drawingml/2006/main">
              <a:ext uri="{FF2B5EF4-FFF2-40B4-BE49-F238E27FC236}">
                <a16:creationId xmlns:a16="http://schemas.microsoft.com/office/drawing/2014/main" id="{D60012A7-6402-4C83-8EC0-3C8A06567E92}"/>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0" name="Google Shape;30;p12">
            <a:extLst xmlns:a="http://schemas.openxmlformats.org/drawingml/2006/main">
              <a:ext uri="{FF2B5EF4-FFF2-40B4-BE49-F238E27FC236}">
                <a16:creationId xmlns:a16="http://schemas.microsoft.com/office/drawing/2014/main" id="{B36DF98C-52A8-4338-9221-DB38D9C45DA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31" name="Google Shape;31;p12">
            <a:extLst xmlns:a="http://schemas.openxmlformats.org/drawingml/2006/main">
              <a:ext uri="{FF2B5EF4-FFF2-40B4-BE49-F238E27FC236}">
                <a16:creationId xmlns:a16="http://schemas.microsoft.com/office/drawing/2014/main" id="{CD9F918A-3FE6-4290-9311-A1316D3349B4}"/>
              </a:ext>
            </a:extLst>
          </p:cNvPr>
          <p:cNvSpPr>
            <a:spLocks xmlns:a="http://schemas.openxmlformats.org/drawingml/2006/main" noGrp="1"/>
          </p:cNvSpPr>
          <p:nvPr>
            <p:ph type="body" idx="1"/>
          </p:nvPr>
        </p:nvSpPr>
        <p:spPr>
          <a:xfrm xmlns:a="http://schemas.openxmlformats.org/drawingml/2006/main">
            <a:off x="838200" y="1825625"/>
            <a:ext cx="5181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32" name="Google Shape;32;p12">
            <a:extLst xmlns:a="http://schemas.openxmlformats.org/drawingml/2006/main">
              <a:ext uri="{FF2B5EF4-FFF2-40B4-BE49-F238E27FC236}">
                <a16:creationId xmlns:a16="http://schemas.microsoft.com/office/drawing/2014/main" id="{870634BC-CD02-4014-B5E7-0BD847EAC99C}"/>
              </a:ext>
            </a:extLst>
          </p:cNvPr>
          <p:cNvSpPr>
            <a:spLocks xmlns:a="http://schemas.openxmlformats.org/drawingml/2006/main" noGrp="1"/>
          </p:cNvSpPr>
          <p:nvPr>
            <p:ph type="body" idx="2"/>
          </p:nvPr>
        </p:nvSpPr>
        <p:spPr>
          <a:xfrm xmlns:a="http://schemas.openxmlformats.org/drawingml/2006/main">
            <a:off x="6172200" y="1825625"/>
            <a:ext cx="5181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33" name="Google Shape;33;p12">
            <a:extLst xmlns:a="http://schemas.openxmlformats.org/drawingml/2006/main">
              <a:ext uri="{FF2B5EF4-FFF2-40B4-BE49-F238E27FC236}">
                <a16:creationId xmlns:a16="http://schemas.microsoft.com/office/drawing/2014/main" id="{190496E3-8968-4271-AC21-39ABD93ECBA1}"/>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4" name="Google Shape;34;p12">
            <a:extLst xmlns:a="http://schemas.openxmlformats.org/drawingml/2006/main">
              <a:ext uri="{FF2B5EF4-FFF2-40B4-BE49-F238E27FC236}">
                <a16:creationId xmlns:a16="http://schemas.microsoft.com/office/drawing/2014/main" id="{58DD0F3F-F6E7-43F6-9D98-C15E62F66945}"/>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5" name="Google Shape;35;p12">
            <a:extLst xmlns:a="http://schemas.openxmlformats.org/drawingml/2006/main">
              <a:ext uri="{FF2B5EF4-FFF2-40B4-BE49-F238E27FC236}">
                <a16:creationId xmlns:a16="http://schemas.microsoft.com/office/drawing/2014/main" id="{9C6A8882-36D0-4125-AC2D-2E613DD7F91F}"/>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37" name="Google Shape;37;p13">
            <a:extLst xmlns:a="http://schemas.openxmlformats.org/drawingml/2006/main">
              <a:ext uri="{FF2B5EF4-FFF2-40B4-BE49-F238E27FC236}">
                <a16:creationId xmlns:a16="http://schemas.microsoft.com/office/drawing/2014/main" id="{EB16F715-E800-41B5-BA21-02E1424A02D1}"/>
              </a:ext>
            </a:extLst>
          </p:cNvPr>
          <p:cNvSpPr>
            <a:spLocks xmlns:a="http://schemas.openxmlformats.org/drawingml/2006/main" noGrp="1"/>
          </p:cNvSpPr>
          <p:nvPr>
            <p:ph type="title" idx="0"/>
          </p:nvPr>
        </p:nvSpPr>
        <p:spPr>
          <a:xfrm xmlns:a="http://schemas.openxmlformats.org/drawingml/2006/main">
            <a:off x="839788"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38" name="Google Shape;38;p13">
            <a:extLst xmlns:a="http://schemas.openxmlformats.org/drawingml/2006/main">
              <a:ext uri="{FF2B5EF4-FFF2-40B4-BE49-F238E27FC236}">
                <a16:creationId xmlns:a16="http://schemas.microsoft.com/office/drawing/2014/main" id="{AED20B19-9845-4118-B46D-EFF4F1B3C16B}"/>
              </a:ext>
            </a:extLst>
          </p:cNvPr>
          <p:cNvSpPr>
            <a:spLocks xmlns:a="http://schemas.openxmlformats.org/drawingml/2006/main" noGrp="1"/>
          </p:cNvSpPr>
          <p:nvPr>
            <p:ph type="body" idx="1"/>
          </p:nvPr>
        </p:nvSpPr>
        <p:spPr>
          <a:xfrm xmlns:a="http://schemas.openxmlformats.org/drawingml/2006/main">
            <a:off x="839788" y="1681163"/>
            <a:ext cx="5157787" cy="823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xmlns:a="http://schemas.openxmlformats.org/drawingml/2006/main"/>
        </p:txBody>
      </p:sp>
      <p:sp>
        <p:nvSpPr>
          <p:cNvPr id="39" name="Google Shape;39;p13">
            <a:extLst xmlns:a="http://schemas.openxmlformats.org/drawingml/2006/main">
              <a:ext uri="{FF2B5EF4-FFF2-40B4-BE49-F238E27FC236}">
                <a16:creationId xmlns:a16="http://schemas.microsoft.com/office/drawing/2014/main" id="{EB1525B2-257B-491A-B1E6-1CCA93BA7C18}"/>
              </a:ext>
            </a:extLst>
          </p:cNvPr>
          <p:cNvSpPr>
            <a:spLocks xmlns:a="http://schemas.openxmlformats.org/drawingml/2006/main" noGrp="1"/>
          </p:cNvSpPr>
          <p:nvPr>
            <p:ph type="body" idx="2"/>
          </p:nvPr>
        </p:nvSpPr>
        <p:spPr>
          <a:xfrm xmlns:a="http://schemas.openxmlformats.org/drawingml/2006/main">
            <a:off x="839788" y="2505075"/>
            <a:ext cx="5157787" cy="3684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40" name="Google Shape;40;p13">
            <a:extLst xmlns:a="http://schemas.openxmlformats.org/drawingml/2006/main">
              <a:ext uri="{FF2B5EF4-FFF2-40B4-BE49-F238E27FC236}">
                <a16:creationId xmlns:a16="http://schemas.microsoft.com/office/drawing/2014/main" id="{77915926-E130-477B-A4F5-D1F006D6B0F4}"/>
              </a:ext>
            </a:extLst>
          </p:cNvPr>
          <p:cNvSpPr>
            <a:spLocks xmlns:a="http://schemas.openxmlformats.org/drawingml/2006/main" noGrp="1"/>
          </p:cNvSpPr>
          <p:nvPr>
            <p:ph type="body" idx="3"/>
          </p:nvPr>
        </p:nvSpPr>
        <p:spPr>
          <a:xfrm xmlns:a="http://schemas.openxmlformats.org/drawingml/2006/main">
            <a:off x="6172200" y="1681163"/>
            <a:ext cx="5183188" cy="823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xmlns:a="http://schemas.openxmlformats.org/drawingml/2006/main"/>
        </p:txBody>
      </p:sp>
      <p:sp>
        <p:nvSpPr>
          <p:cNvPr id="41" name="Google Shape;41;p13">
            <a:extLst xmlns:a="http://schemas.openxmlformats.org/drawingml/2006/main">
              <a:ext uri="{FF2B5EF4-FFF2-40B4-BE49-F238E27FC236}">
                <a16:creationId xmlns:a16="http://schemas.microsoft.com/office/drawing/2014/main" id="{C2CF25F5-DCC4-4997-817F-2CABD01285AD}"/>
              </a:ext>
            </a:extLst>
          </p:cNvPr>
          <p:cNvSpPr>
            <a:spLocks xmlns:a="http://schemas.openxmlformats.org/drawingml/2006/main" noGrp="1"/>
          </p:cNvSpPr>
          <p:nvPr>
            <p:ph type="body" idx="4"/>
          </p:nvPr>
        </p:nvSpPr>
        <p:spPr>
          <a:xfrm xmlns:a="http://schemas.openxmlformats.org/drawingml/2006/main">
            <a:off x="6172200" y="2505075"/>
            <a:ext cx="5183188" cy="3684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42" name="Google Shape;42;p13">
            <a:extLst xmlns:a="http://schemas.openxmlformats.org/drawingml/2006/main">
              <a:ext uri="{FF2B5EF4-FFF2-40B4-BE49-F238E27FC236}">
                <a16:creationId xmlns:a16="http://schemas.microsoft.com/office/drawing/2014/main" id="{A695E2CF-BC35-4E93-8690-60C1E17C603C}"/>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3" name="Google Shape;43;p13">
            <a:extLst xmlns:a="http://schemas.openxmlformats.org/drawingml/2006/main">
              <a:ext uri="{FF2B5EF4-FFF2-40B4-BE49-F238E27FC236}">
                <a16:creationId xmlns:a16="http://schemas.microsoft.com/office/drawing/2014/main" id="{264E66BB-619C-4115-94A7-F2C1EA5A5B31}"/>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4" name="Google Shape;44;p13">
            <a:extLst xmlns:a="http://schemas.openxmlformats.org/drawingml/2006/main">
              <a:ext uri="{FF2B5EF4-FFF2-40B4-BE49-F238E27FC236}">
                <a16:creationId xmlns:a16="http://schemas.microsoft.com/office/drawing/2014/main" id="{3B911A21-8390-40FC-8DAE-4633E794A929}"/>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46" name="Google Shape;46;p14">
            <a:extLst xmlns:a="http://schemas.openxmlformats.org/drawingml/2006/main">
              <a:ext uri="{FF2B5EF4-FFF2-40B4-BE49-F238E27FC236}">
                <a16:creationId xmlns:a16="http://schemas.microsoft.com/office/drawing/2014/main" id="{4E83E6F6-87F8-459F-B8D7-C71CFC76655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47" name="Google Shape;47;p14">
            <a:extLst xmlns:a="http://schemas.openxmlformats.org/drawingml/2006/main">
              <a:ext uri="{FF2B5EF4-FFF2-40B4-BE49-F238E27FC236}">
                <a16:creationId xmlns:a16="http://schemas.microsoft.com/office/drawing/2014/main" id="{09652339-2514-4C77-94D5-6A8B8C669373}"/>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8" name="Google Shape;48;p14">
            <a:extLst xmlns:a="http://schemas.openxmlformats.org/drawingml/2006/main">
              <a:ext uri="{FF2B5EF4-FFF2-40B4-BE49-F238E27FC236}">
                <a16:creationId xmlns:a16="http://schemas.microsoft.com/office/drawing/2014/main" id="{78B9E7CC-D79C-429A-AE71-5091F41940F9}"/>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9" name="Google Shape;49;p14">
            <a:extLst xmlns:a="http://schemas.openxmlformats.org/drawingml/2006/main">
              <a:ext uri="{FF2B5EF4-FFF2-40B4-BE49-F238E27FC236}">
                <a16:creationId xmlns:a16="http://schemas.microsoft.com/office/drawing/2014/main" id="{CA3DA329-DB6B-45F4-B767-ED9BBD7B6F5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1" name="Google Shape;51;p15">
            <a:extLst xmlns:a="http://schemas.openxmlformats.org/drawingml/2006/main">
              <a:ext uri="{FF2B5EF4-FFF2-40B4-BE49-F238E27FC236}">
                <a16:creationId xmlns:a16="http://schemas.microsoft.com/office/drawing/2014/main" id="{0EAD3736-3587-45FF-8A8E-360363E849DE}"/>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2" name="Google Shape;52;p15">
            <a:extLst xmlns:a="http://schemas.openxmlformats.org/drawingml/2006/main">
              <a:ext uri="{FF2B5EF4-FFF2-40B4-BE49-F238E27FC236}">
                <a16:creationId xmlns:a16="http://schemas.microsoft.com/office/drawing/2014/main" id="{8B86BBC3-3B77-4BEE-928E-FF7EE135D07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3" name="Google Shape;53;p15">
            <a:extLst xmlns:a="http://schemas.openxmlformats.org/drawingml/2006/main">
              <a:ext uri="{FF2B5EF4-FFF2-40B4-BE49-F238E27FC236}">
                <a16:creationId xmlns:a16="http://schemas.microsoft.com/office/drawing/2014/main" id="{C98D52DB-6077-4FAF-96BD-A4E33FC702A8}"/>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16">
            <a:extLst xmlns:a="http://schemas.openxmlformats.org/drawingml/2006/main">
              <a:ext uri="{FF2B5EF4-FFF2-40B4-BE49-F238E27FC236}">
                <a16:creationId xmlns:a16="http://schemas.microsoft.com/office/drawing/2014/main" id="{E7EBA56A-37B9-4AAA-AE97-E16A958E6707}"/>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dk1"/>
              </a:buClr>
              <a:buSzPts val="3200"/>
              <a:buFont typeface="Play"/>
              <a:buNone/>
              <a:defRPr sz="32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6" name="Google Shape;56;p16">
            <a:extLst xmlns:a="http://schemas.openxmlformats.org/drawingml/2006/main">
              <a:ext uri="{FF2B5EF4-FFF2-40B4-BE49-F238E27FC236}">
                <a16:creationId xmlns:a16="http://schemas.microsoft.com/office/drawing/2014/main" id="{B27B4470-9DEC-4426-B82B-D99C1CB82D7F}"/>
              </a:ext>
            </a:extLst>
          </p:cNvPr>
          <p:cNvSpPr>
            <a:spLocks xmlns:a="http://schemas.openxmlformats.org/drawingml/2006/main" noGrp="1"/>
          </p:cNvSpPr>
          <p:nvPr>
            <p:ph type="body" idx="1"/>
          </p:nvPr>
        </p:nvSpPr>
        <p:spPr>
          <a:xfrm xmlns:a="http://schemas.openxmlformats.org/drawingml/2006/main">
            <a:off x="5183188" y="987425"/>
            <a:ext cx="6172200" cy="4873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lnSpc>
                <a:spcPct val="90000"/>
              </a:lnSpc>
              <a:spcBef>
                <a:spcPts val="1000"/>
              </a:spcBef>
              <a:spcAft>
                <a:spcPts val="0"/>
              </a:spcAft>
              <a:buClr>
                <a:schemeClr val="dk1"/>
              </a:buClr>
              <a:buSzPts val="3200"/>
              <a:buChar char="•"/>
              <a:defRPr sz="3200"/>
            </a:lvl1pPr>
            <a:lvl2pPr marL="914400" indent="-406400" algn="l">
              <a:lnSpc>
                <a:spcPct val="90000"/>
              </a:lnSpc>
              <a:spcBef>
                <a:spcPts val="500"/>
              </a:spcBef>
              <a:spcAft>
                <a:spcPts val="0"/>
              </a:spcAft>
              <a:buClr>
                <a:schemeClr val="dk1"/>
              </a:buClr>
              <a:buSzPts val="2800"/>
              <a:buChar char="•"/>
              <a:defRPr sz="2800"/>
            </a:lvl2pPr>
            <a:lvl3pPr marL="1371600" indent="-381000" algn="l">
              <a:lnSpc>
                <a:spcPct val="90000"/>
              </a:lnSpc>
              <a:spcBef>
                <a:spcPts val="500"/>
              </a:spcBef>
              <a:spcAft>
                <a:spcPts val="0"/>
              </a:spcAft>
              <a:buClr>
                <a:schemeClr val="dk1"/>
              </a:buClr>
              <a:buSzPts val="2400"/>
              <a:buChar char="•"/>
              <a:defRPr sz="2400"/>
            </a:lvl3pPr>
            <a:lvl4pPr marL="1828800" indent="-355600" algn="l">
              <a:lnSpc>
                <a:spcPct val="90000"/>
              </a:lnSpc>
              <a:spcBef>
                <a:spcPts val="500"/>
              </a:spcBef>
              <a:spcAft>
                <a:spcPts val="0"/>
              </a:spcAft>
              <a:buClr>
                <a:schemeClr val="dk1"/>
              </a:buClr>
              <a:buSzPts val="2000"/>
              <a:buChar char="•"/>
              <a:defRPr sz="2000"/>
            </a:lvl4pPr>
            <a:lvl5pPr marL="2286000" indent="-355600" algn="l">
              <a:lnSpc>
                <a:spcPct val="90000"/>
              </a:lnSpc>
              <a:spcBef>
                <a:spcPts val="500"/>
              </a:spcBef>
              <a:spcAft>
                <a:spcPts val="0"/>
              </a:spcAft>
              <a:buClr>
                <a:schemeClr val="dk1"/>
              </a:buClr>
              <a:buSzPts val="2000"/>
              <a:buChar char="•"/>
              <a:defRPr sz="2000"/>
            </a:lvl5pPr>
            <a:lvl6pPr marL="2743200" indent="-355600" algn="l">
              <a:lnSpc>
                <a:spcPct val="90000"/>
              </a:lnSpc>
              <a:spcBef>
                <a:spcPts val="500"/>
              </a:spcBef>
              <a:spcAft>
                <a:spcPts val="0"/>
              </a:spcAft>
              <a:buClr>
                <a:schemeClr val="dk1"/>
              </a:buClr>
              <a:buSzPts val="2000"/>
              <a:buChar char="•"/>
              <a:defRPr sz="2000"/>
            </a:lvl6pPr>
            <a:lvl7pPr marL="3200400" indent="-355600" algn="l">
              <a:lnSpc>
                <a:spcPct val="90000"/>
              </a:lnSpc>
              <a:spcBef>
                <a:spcPts val="500"/>
              </a:spcBef>
              <a:spcAft>
                <a:spcPts val="0"/>
              </a:spcAft>
              <a:buClr>
                <a:schemeClr val="dk1"/>
              </a:buClr>
              <a:buSzPts val="2000"/>
              <a:buChar char="•"/>
              <a:defRPr sz="2000"/>
            </a:lvl7pPr>
            <a:lvl8pPr marL="3657600" indent="-355600" algn="l">
              <a:lnSpc>
                <a:spcPct val="90000"/>
              </a:lnSpc>
              <a:spcBef>
                <a:spcPts val="500"/>
              </a:spcBef>
              <a:spcAft>
                <a:spcPts val="0"/>
              </a:spcAft>
              <a:buClr>
                <a:schemeClr val="dk1"/>
              </a:buClr>
              <a:buSzPts val="2000"/>
              <a:buChar char="•"/>
              <a:defRPr sz="2000"/>
            </a:lvl8pPr>
            <a:lvl9pPr marL="4114800" indent="-355600" algn="l">
              <a:lnSpc>
                <a:spcPct val="90000"/>
              </a:lnSpc>
              <a:spcBef>
                <a:spcPts val="500"/>
              </a:spcBef>
              <a:spcAft>
                <a:spcPts val="0"/>
              </a:spcAft>
              <a:buClr>
                <a:schemeClr val="dk1"/>
              </a:buClr>
              <a:buSzPts val="2000"/>
              <a:buChar char="•"/>
              <a:defRPr sz="2000"/>
            </a:lvl9pPr>
          </a:lstStyle>
          <a:p xmlns:a="http://schemas.openxmlformats.org/drawingml/2006/main"/>
        </p:txBody>
      </p:sp>
      <p:sp>
        <p:nvSpPr>
          <p:cNvPr id="57" name="Google Shape;57;p16">
            <a:extLst xmlns:a="http://schemas.openxmlformats.org/drawingml/2006/main">
              <a:ext uri="{FF2B5EF4-FFF2-40B4-BE49-F238E27FC236}">
                <a16:creationId xmlns:a16="http://schemas.microsoft.com/office/drawing/2014/main" id="{FD657E66-725C-44BD-B49F-33BE5C9FDDF9}"/>
              </a:ext>
            </a:extLst>
          </p:cNvPr>
          <p:cNvSpPr>
            <a:spLocks xmlns:a="http://schemas.openxmlformats.org/drawingml/2006/main" noGrp="1"/>
          </p:cNvSpPr>
          <p:nvPr>
            <p:ph type="body" idx="2"/>
          </p:nvPr>
        </p:nvSpPr>
        <p:spPr>
          <a:xfrm xmlns:a="http://schemas.openxmlformats.org/drawingml/2006/main">
            <a:off x="839788" y="2057400"/>
            <a:ext cx="3932237" cy="3811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xmlns:a="http://schemas.openxmlformats.org/drawingml/2006/main"/>
        </p:txBody>
      </p:sp>
      <p:sp>
        <p:nvSpPr>
          <p:cNvPr id="58" name="Google Shape;58;p16">
            <a:extLst xmlns:a="http://schemas.openxmlformats.org/drawingml/2006/main">
              <a:ext uri="{FF2B5EF4-FFF2-40B4-BE49-F238E27FC236}">
                <a16:creationId xmlns:a16="http://schemas.microsoft.com/office/drawing/2014/main" id="{7AE59BBD-67A5-45D8-9B39-7C80A75A2597}"/>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16">
            <a:extLst xmlns:a="http://schemas.openxmlformats.org/drawingml/2006/main">
              <a:ext uri="{FF2B5EF4-FFF2-40B4-BE49-F238E27FC236}">
                <a16:creationId xmlns:a16="http://schemas.microsoft.com/office/drawing/2014/main" id="{8FD3ABB4-8979-4C53-B00F-BA919321FAAE}"/>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0" name="Google Shape;60;p16">
            <a:extLst xmlns:a="http://schemas.openxmlformats.org/drawingml/2006/main">
              <a:ext uri="{FF2B5EF4-FFF2-40B4-BE49-F238E27FC236}">
                <a16:creationId xmlns:a16="http://schemas.microsoft.com/office/drawing/2014/main" id="{2315799B-03A2-4B92-9398-BF8D01EAD4D5}"/>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17">
            <a:extLst xmlns:a="http://schemas.openxmlformats.org/drawingml/2006/main">
              <a:ext uri="{FF2B5EF4-FFF2-40B4-BE49-F238E27FC236}">
                <a16:creationId xmlns:a16="http://schemas.microsoft.com/office/drawing/2014/main" id="{712108AA-0CEB-4CE9-B780-899D6803721D}"/>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dk1"/>
              </a:buClr>
              <a:buSzPts val="3200"/>
              <a:buFont typeface="Play"/>
              <a:buNone/>
              <a:defRPr sz="32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3" name="Google Shape;63;p17">
            <a:extLst xmlns:a="http://schemas.openxmlformats.org/drawingml/2006/main">
              <a:ext uri="{FF2B5EF4-FFF2-40B4-BE49-F238E27FC236}">
                <a16:creationId xmlns:a16="http://schemas.microsoft.com/office/drawing/2014/main" id="{9DE25C47-B667-4891-81AD-7916BC9348B3}"/>
              </a:ext>
            </a:extLst>
          </p:cNvPr>
          <p:cNvSpPr>
            <a:spLocks xmlns:a="http://schemas.openxmlformats.org/drawingml/2006/main" noGrp="1"/>
          </p:cNvSpPr>
          <p:nvPr>
            <p:ph type="pic" idx="2"/>
          </p:nvPr>
        </p:nvSpPr>
        <p:spPr>
          <a:xfrm xmlns:a="http://schemas.openxmlformats.org/drawingml/2006/main">
            <a:off x="5183188" y="987425"/>
            <a:ext cx="6172200" cy="4873625"/>
          </a:xfrm>
          <a:prstGeom xmlns:a="http://schemas.openxmlformats.org/drawingml/2006/main" prst="rect">
            <a:avLst/>
          </a:prstGeom>
          <a:noFill xmlns:a="http://schemas.openxmlformats.org/drawingml/2006/main"/>
          <a:ln xmlns:a="http://schemas.openxmlformats.org/drawingml/2006/main">
            <a:noFill/>
          </a:ln>
        </p:spPr>
      </p:sp>
      <p:sp>
        <p:nvSpPr>
          <p:cNvPr id="64" name="Google Shape;64;p17">
            <a:extLst xmlns:a="http://schemas.openxmlformats.org/drawingml/2006/main">
              <a:ext uri="{FF2B5EF4-FFF2-40B4-BE49-F238E27FC236}">
                <a16:creationId xmlns:a16="http://schemas.microsoft.com/office/drawing/2014/main" id="{BB571E97-96D0-4D6D-87FC-1A25115D2FA2}"/>
              </a:ext>
            </a:extLst>
          </p:cNvPr>
          <p:cNvSpPr>
            <a:spLocks xmlns:a="http://schemas.openxmlformats.org/drawingml/2006/main" noGrp="1"/>
          </p:cNvSpPr>
          <p:nvPr>
            <p:ph type="body" idx="1"/>
          </p:nvPr>
        </p:nvSpPr>
        <p:spPr>
          <a:xfrm xmlns:a="http://schemas.openxmlformats.org/drawingml/2006/main">
            <a:off x="839788" y="2057400"/>
            <a:ext cx="3932237" cy="3811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xmlns:a="http://schemas.openxmlformats.org/drawingml/2006/main"/>
        </p:txBody>
      </p:sp>
      <p:sp>
        <p:nvSpPr>
          <p:cNvPr id="65" name="Google Shape;65;p17">
            <a:extLst xmlns:a="http://schemas.openxmlformats.org/drawingml/2006/main">
              <a:ext uri="{FF2B5EF4-FFF2-40B4-BE49-F238E27FC236}">
                <a16:creationId xmlns:a16="http://schemas.microsoft.com/office/drawing/2014/main" id="{4B709E3C-967D-4123-9462-A45543438D0D}"/>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6" name="Google Shape;66;p17">
            <a:extLst xmlns:a="http://schemas.openxmlformats.org/drawingml/2006/main">
              <a:ext uri="{FF2B5EF4-FFF2-40B4-BE49-F238E27FC236}">
                <a16:creationId xmlns:a16="http://schemas.microsoft.com/office/drawing/2014/main" id="{5A7A9999-CEED-4E16-B79B-91E433D175E5}"/>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7" name="Google Shape;67;p17">
            <a:extLst xmlns:a="http://schemas.openxmlformats.org/drawingml/2006/main">
              <a:ext uri="{FF2B5EF4-FFF2-40B4-BE49-F238E27FC236}">
                <a16:creationId xmlns:a16="http://schemas.microsoft.com/office/drawing/2014/main" id="{D3B15CEE-FC8B-49E2-83C7-DD95D6EBE688}"/>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18">
            <a:extLst xmlns:a="http://schemas.openxmlformats.org/drawingml/2006/main">
              <a:ext uri="{FF2B5EF4-FFF2-40B4-BE49-F238E27FC236}">
                <a16:creationId xmlns:a16="http://schemas.microsoft.com/office/drawing/2014/main" id="{0BD03B15-D9C7-49AC-9EE9-8F15FAC16C17}"/>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0" name="Google Shape;70;p18">
            <a:extLst xmlns:a="http://schemas.openxmlformats.org/drawingml/2006/main">
              <a:ext uri="{FF2B5EF4-FFF2-40B4-BE49-F238E27FC236}">
                <a16:creationId xmlns:a16="http://schemas.microsoft.com/office/drawing/2014/main" id="{81EC6AFA-4874-41EF-8ADD-44469E53A25B}"/>
              </a:ext>
            </a:extLst>
          </p:cNvPr>
          <p:cNvSpPr>
            <a:spLocks xmlns:a="http://schemas.openxmlformats.org/drawingml/2006/main" noGrp="1"/>
          </p:cNvSpPr>
          <p:nvPr>
            <p:ph type="body" idx="1"/>
          </p:nvPr>
        </p:nvSpPr>
        <p:spPr>
          <a:xfrm xmlns:a="http://schemas.openxmlformats.org/drawingml/2006/main" rot="5400000">
            <a:off x="3920331" y="-1256506"/>
            <a:ext cx="4351338" cy="1051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71" name="Google Shape;71;p18">
            <a:extLst xmlns:a="http://schemas.openxmlformats.org/drawingml/2006/main">
              <a:ext uri="{FF2B5EF4-FFF2-40B4-BE49-F238E27FC236}">
                <a16:creationId xmlns:a16="http://schemas.microsoft.com/office/drawing/2014/main" id="{3A3F4310-14F2-4EFE-8FF1-CB7E21BDCCD4}"/>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2" name="Google Shape;72;p18">
            <a:extLst xmlns:a="http://schemas.openxmlformats.org/drawingml/2006/main">
              <a:ext uri="{FF2B5EF4-FFF2-40B4-BE49-F238E27FC236}">
                <a16:creationId xmlns:a16="http://schemas.microsoft.com/office/drawing/2014/main" id="{23612150-ACED-4BF6-B621-92451431A976}"/>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3" name="Google Shape;73;p18">
            <a:extLst xmlns:a="http://schemas.openxmlformats.org/drawingml/2006/main">
              <a:ext uri="{FF2B5EF4-FFF2-40B4-BE49-F238E27FC236}">
                <a16:creationId xmlns:a16="http://schemas.microsoft.com/office/drawing/2014/main" id="{C239FBFD-95C1-42BC-9343-028478337344}"/>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19">
            <a:extLst xmlns:a="http://schemas.openxmlformats.org/drawingml/2006/main">
              <a:ext uri="{FF2B5EF4-FFF2-40B4-BE49-F238E27FC236}">
                <a16:creationId xmlns:a16="http://schemas.microsoft.com/office/drawing/2014/main" id="{3EC3D0D4-F7C9-4071-863D-E6658B6A86A3}"/>
              </a:ext>
            </a:extLst>
          </p:cNvPr>
          <p:cNvSpPr>
            <a:spLocks xmlns:a="http://schemas.openxmlformats.org/drawingml/2006/main" noGrp="1"/>
          </p:cNvSpPr>
          <p:nvPr>
            <p:ph type="title" idx="0"/>
          </p:nvPr>
        </p:nvSpPr>
        <p:spPr>
          <a:xfrm xmlns:a="http://schemas.openxmlformats.org/drawingml/2006/main" rot="5400000">
            <a:off x="7133431" y="1956594"/>
            <a:ext cx="5811838" cy="262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6" name="Google Shape;76;p19">
            <a:extLst xmlns:a="http://schemas.openxmlformats.org/drawingml/2006/main">
              <a:ext uri="{FF2B5EF4-FFF2-40B4-BE49-F238E27FC236}">
                <a16:creationId xmlns:a16="http://schemas.microsoft.com/office/drawing/2014/main" id="{6A845684-1101-465B-AAB0-4E9024B9DA9A}"/>
              </a:ext>
            </a:extLst>
          </p:cNvPr>
          <p:cNvSpPr>
            <a:spLocks xmlns:a="http://schemas.openxmlformats.org/drawingml/2006/main" noGrp="1"/>
          </p:cNvSpPr>
          <p:nvPr>
            <p:ph type="body" idx="1"/>
          </p:nvPr>
        </p:nvSpPr>
        <p:spPr>
          <a:xfrm xmlns:a="http://schemas.openxmlformats.org/drawingml/2006/main" rot="5400000">
            <a:off x="1799431" y="-596106"/>
            <a:ext cx="5811838" cy="773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77" name="Google Shape;77;p19">
            <a:extLst xmlns:a="http://schemas.openxmlformats.org/drawingml/2006/main">
              <a:ext uri="{FF2B5EF4-FFF2-40B4-BE49-F238E27FC236}">
                <a16:creationId xmlns:a16="http://schemas.microsoft.com/office/drawing/2014/main" id="{D5FD61AA-FF02-4416-A58D-8346CB85BEB1}"/>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8" name="Google Shape;78;p19">
            <a:extLst xmlns:a="http://schemas.openxmlformats.org/drawingml/2006/main">
              <a:ext uri="{FF2B5EF4-FFF2-40B4-BE49-F238E27FC236}">
                <a16:creationId xmlns:a16="http://schemas.microsoft.com/office/drawing/2014/main" id="{1F781B43-47C7-4B42-92CF-231C301B7232}"/>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9" name="Google Shape;79;p19">
            <a:extLst xmlns:a="http://schemas.openxmlformats.org/drawingml/2006/main">
              <a:ext uri="{FF2B5EF4-FFF2-40B4-BE49-F238E27FC236}">
                <a16:creationId xmlns:a16="http://schemas.microsoft.com/office/drawing/2014/main" id="{3C15C584-4108-403F-B172-0185CCE0D7C0}"/>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095ec7ece6416a" /><Relationship Type="http://schemas.openxmlformats.org/officeDocument/2006/relationships/slideLayout" Target="/ppt/slideLayouts/slideLayout1.xml" Id="R809b6f925e2d40ea" /><Relationship Type="http://schemas.openxmlformats.org/officeDocument/2006/relationships/slideLayout" Target="/ppt/slideLayouts/slideLayout2.xml" Id="Rc17ada22e24541c4" /><Relationship Type="http://schemas.openxmlformats.org/officeDocument/2006/relationships/slideLayout" Target="/ppt/slideLayouts/slideLayout3.xml" Id="R86104d1136ef4124" /><Relationship Type="http://schemas.openxmlformats.org/officeDocument/2006/relationships/slideLayout" Target="/ppt/slideLayouts/slideLayout4.xml" Id="R948323baf1b34527" /><Relationship Type="http://schemas.openxmlformats.org/officeDocument/2006/relationships/slideLayout" Target="/ppt/slideLayouts/slideLayout5.xml" Id="R865b9b786e414ee0" /><Relationship Type="http://schemas.openxmlformats.org/officeDocument/2006/relationships/slideLayout" Target="/ppt/slideLayouts/slideLayout6.xml" Id="R24cc0e5ef53a4612" /><Relationship Type="http://schemas.openxmlformats.org/officeDocument/2006/relationships/slideLayout" Target="/ppt/slideLayouts/slideLayout7.xml" Id="Rbdd72079b2db4496" /><Relationship Type="http://schemas.openxmlformats.org/officeDocument/2006/relationships/slideLayout" Target="/ppt/slideLayouts/slideLayout8.xml" Id="Refaf48408c9d4a1f" /><Relationship Type="http://schemas.openxmlformats.org/officeDocument/2006/relationships/slideLayout" Target="/ppt/slideLayouts/slideLayout9.xml" Id="R48aa8f8a0830467c" /><Relationship Type="http://schemas.openxmlformats.org/officeDocument/2006/relationships/slideLayout" Target="/ppt/slideLayouts/slideLayout10.xml" Id="Ra90bb3ced67b41d4" /><Relationship Type="http://schemas.openxmlformats.org/officeDocument/2006/relationships/slideLayout" Target="/ppt/slideLayouts/slideLayout11.xml" Id="Ra5e75826bc6a4c74"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8">
            <a:extLst xmlns:a="http://schemas.openxmlformats.org/drawingml/2006/main">
              <a:ext uri="{FF2B5EF4-FFF2-40B4-BE49-F238E27FC236}">
                <a16:creationId xmlns:a16="http://schemas.microsoft.com/office/drawing/2014/main" id="{DF0D7EE5-A9C7-45BE-B6BF-75B1956659D1}"/>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p:txBody>
      </p:sp>
      <p:sp>
        <p:nvSpPr>
          <p:cNvPr id="7" name="Google Shape;7;p8">
            <a:extLst xmlns:a="http://schemas.openxmlformats.org/drawingml/2006/main">
              <a:ext uri="{FF2B5EF4-FFF2-40B4-BE49-F238E27FC236}">
                <a16:creationId xmlns:a16="http://schemas.microsoft.com/office/drawing/2014/main" id="{DF4339C7-41C3-4C5C-A480-C31145F8957E}"/>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defRPr>
            </a:lvl1pPr>
            <a:lvl2pPr marL="914400" marR="0"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defRPr>
            </a:lvl2pPr>
            <a:lvl3pPr marL="1371600" marR="0"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defRPr>
            </a:lvl3pPr>
            <a:lvl4pPr marL="18288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4pPr>
            <a:lvl5pPr marL="22860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5pPr>
            <a:lvl6pPr marL="27432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6pPr>
            <a:lvl7pPr marL="32004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7pPr>
            <a:lvl8pPr marL="36576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8pPr>
            <a:lvl9pPr marL="41148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9pPr>
          </a:lstStyle>
          <a:p xmlns:a="http://schemas.openxmlformats.org/drawingml/2006/main"/>
        </p:txBody>
      </p:sp>
      <p:sp>
        <p:nvSpPr>
          <p:cNvPr id="8" name="Google Shape;8;p8">
            <a:extLst xmlns:a="http://schemas.openxmlformats.org/drawingml/2006/main">
              <a:ext uri="{FF2B5EF4-FFF2-40B4-BE49-F238E27FC236}">
                <a16:creationId xmlns:a16="http://schemas.microsoft.com/office/drawing/2014/main" id="{20130B70-0F58-47FF-B3A6-60892DADBCF0}"/>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strike="noStrike" cap="none">
                <a:solidFill>
                  <a:srgbClr val="757575"/>
                </a:solidFill>
                <a:latin typeface="Arial"/>
                <a:ea typeface="Arial"/>
                <a:cs typeface="Arial"/>
              </a:defRPr>
            </a:lvl1pPr>
            <a:lvl2pPr marR="0" algn="l">
              <a:spcBef>
                <a:spcPts val="0"/>
              </a:spcBef>
              <a:spcAft>
                <a:spcPts val="0"/>
              </a:spcAft>
              <a:buSzPts val="1400"/>
              <a:buNone/>
              <a:defRPr sz="1800" b="0" i="0" u="none" strike="noStrike" cap="none">
                <a:solidFill>
                  <a:schemeClr val="dk1"/>
                </a:solidFill>
                <a:latin typeface="Arial"/>
                <a:ea typeface="Arial"/>
                <a:cs typeface="Arial"/>
              </a:defRPr>
            </a:lvl2pPr>
            <a:lvl3pPr marR="0" algn="l">
              <a:spcBef>
                <a:spcPts val="0"/>
              </a:spcBef>
              <a:spcAft>
                <a:spcPts val="0"/>
              </a:spcAft>
              <a:buSzPts val="1400"/>
              <a:buNone/>
              <a:defRPr sz="1800" b="0" i="0" u="none" strike="noStrike" cap="none">
                <a:solidFill>
                  <a:schemeClr val="dk1"/>
                </a:solidFill>
                <a:latin typeface="Arial"/>
                <a:ea typeface="Arial"/>
                <a:cs typeface="Arial"/>
              </a:defRPr>
            </a:lvl3pPr>
            <a:lvl4pPr marR="0" algn="l">
              <a:spcBef>
                <a:spcPts val="0"/>
              </a:spcBef>
              <a:spcAft>
                <a:spcPts val="0"/>
              </a:spcAft>
              <a:buSzPts val="1400"/>
              <a:buNone/>
              <a:defRPr sz="1800" b="0" i="0" u="none" strike="noStrike" cap="none">
                <a:solidFill>
                  <a:schemeClr val="dk1"/>
                </a:solidFill>
                <a:latin typeface="Arial"/>
                <a:ea typeface="Arial"/>
                <a:cs typeface="Arial"/>
              </a:defRPr>
            </a:lvl4pPr>
            <a:lvl5pPr marR="0" algn="l">
              <a:spcBef>
                <a:spcPts val="0"/>
              </a:spcBef>
              <a:spcAft>
                <a:spcPts val="0"/>
              </a:spcAft>
              <a:buSzPts val="1400"/>
              <a:buNone/>
              <a:defRPr sz="1800" b="0" i="0" u="none" strike="noStrike" cap="none">
                <a:solidFill>
                  <a:schemeClr val="dk1"/>
                </a:solidFill>
                <a:latin typeface="Arial"/>
                <a:ea typeface="Arial"/>
                <a:cs typeface="Arial"/>
              </a:defRPr>
            </a:lvl5pPr>
            <a:lvl6pPr marR="0" algn="l">
              <a:spcBef>
                <a:spcPts val="0"/>
              </a:spcBef>
              <a:spcAft>
                <a:spcPts val="0"/>
              </a:spcAft>
              <a:buSzPts val="1400"/>
              <a:buNone/>
              <a:defRPr sz="1800" b="0" i="0" u="none" strike="noStrike" cap="none">
                <a:solidFill>
                  <a:schemeClr val="dk1"/>
                </a:solidFill>
                <a:latin typeface="Arial"/>
                <a:ea typeface="Arial"/>
                <a:cs typeface="Arial"/>
              </a:defRPr>
            </a:lvl6pPr>
            <a:lvl7pPr marR="0" algn="l">
              <a:spcBef>
                <a:spcPts val="0"/>
              </a:spcBef>
              <a:spcAft>
                <a:spcPts val="0"/>
              </a:spcAft>
              <a:buSzPts val="1400"/>
              <a:buNone/>
              <a:defRPr sz="1800" b="0" i="0" u="none" strike="noStrike" cap="none">
                <a:solidFill>
                  <a:schemeClr val="dk1"/>
                </a:solidFill>
                <a:latin typeface="Arial"/>
                <a:ea typeface="Arial"/>
                <a:cs typeface="Arial"/>
              </a:defRPr>
            </a:lvl7pPr>
            <a:lvl8pPr marR="0" algn="l">
              <a:spcBef>
                <a:spcPts val="0"/>
              </a:spcBef>
              <a:spcAft>
                <a:spcPts val="0"/>
              </a:spcAft>
              <a:buSzPts val="1400"/>
              <a:buNone/>
              <a:defRPr sz="1800" b="0" i="0" u="none" strike="noStrike" cap="none">
                <a:solidFill>
                  <a:schemeClr val="dk1"/>
                </a:solidFill>
                <a:latin typeface="Arial"/>
                <a:ea typeface="Arial"/>
                <a:cs typeface="Arial"/>
              </a:defRPr>
            </a:lvl8pPr>
            <a:lvl9pPr marR="0" algn="l">
              <a:spcBef>
                <a:spcPts val="0"/>
              </a:spcBef>
              <a:spcAft>
                <a:spcPts val="0"/>
              </a:spcAft>
              <a:buSzPts val="1400"/>
              <a:buNone/>
              <a:defRPr sz="1800" b="0" i="0" u="none" strike="noStrike" cap="none">
                <a:solidFill>
                  <a:schemeClr val="dk1"/>
                </a:solidFill>
                <a:latin typeface="Arial"/>
                <a:ea typeface="Arial"/>
                <a:cs typeface="Arial"/>
              </a:defRPr>
            </a:lvl9pPr>
          </a:lstStyle>
          <a:p xmlns:a="http://schemas.openxmlformats.org/drawingml/2006/main"/>
        </p:txBody>
      </p:sp>
      <p:sp>
        <p:nvSpPr>
          <p:cNvPr id="9" name="Google Shape;9;p8">
            <a:extLst xmlns:a="http://schemas.openxmlformats.org/drawingml/2006/main">
              <a:ext uri="{FF2B5EF4-FFF2-40B4-BE49-F238E27FC236}">
                <a16:creationId xmlns:a16="http://schemas.microsoft.com/office/drawing/2014/main" id="{3DD2494B-F78F-45DD-9B81-539F3FA08F50}"/>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strike="noStrike" cap="none">
                <a:solidFill>
                  <a:srgbClr val="757575"/>
                </a:solidFill>
                <a:latin typeface="Arial"/>
                <a:ea typeface="Arial"/>
                <a:cs typeface="Arial"/>
              </a:defRPr>
            </a:lvl1pPr>
            <a:lvl2pPr marR="0" algn="l">
              <a:spcBef>
                <a:spcPts val="0"/>
              </a:spcBef>
              <a:spcAft>
                <a:spcPts val="0"/>
              </a:spcAft>
              <a:buSzPts val="1400"/>
              <a:buNone/>
              <a:defRPr sz="1800" b="0" i="0" u="none" strike="noStrike" cap="none">
                <a:solidFill>
                  <a:schemeClr val="dk1"/>
                </a:solidFill>
                <a:latin typeface="Arial"/>
                <a:ea typeface="Arial"/>
                <a:cs typeface="Arial"/>
              </a:defRPr>
            </a:lvl2pPr>
            <a:lvl3pPr marR="0" algn="l">
              <a:spcBef>
                <a:spcPts val="0"/>
              </a:spcBef>
              <a:spcAft>
                <a:spcPts val="0"/>
              </a:spcAft>
              <a:buSzPts val="1400"/>
              <a:buNone/>
              <a:defRPr sz="1800" b="0" i="0" u="none" strike="noStrike" cap="none">
                <a:solidFill>
                  <a:schemeClr val="dk1"/>
                </a:solidFill>
                <a:latin typeface="Arial"/>
                <a:ea typeface="Arial"/>
                <a:cs typeface="Arial"/>
              </a:defRPr>
            </a:lvl3pPr>
            <a:lvl4pPr marR="0" algn="l">
              <a:spcBef>
                <a:spcPts val="0"/>
              </a:spcBef>
              <a:spcAft>
                <a:spcPts val="0"/>
              </a:spcAft>
              <a:buSzPts val="1400"/>
              <a:buNone/>
              <a:defRPr sz="1800" b="0" i="0" u="none" strike="noStrike" cap="none">
                <a:solidFill>
                  <a:schemeClr val="dk1"/>
                </a:solidFill>
                <a:latin typeface="Arial"/>
                <a:ea typeface="Arial"/>
                <a:cs typeface="Arial"/>
              </a:defRPr>
            </a:lvl4pPr>
            <a:lvl5pPr marR="0" algn="l">
              <a:spcBef>
                <a:spcPts val="0"/>
              </a:spcBef>
              <a:spcAft>
                <a:spcPts val="0"/>
              </a:spcAft>
              <a:buSzPts val="1400"/>
              <a:buNone/>
              <a:defRPr sz="1800" b="0" i="0" u="none" strike="noStrike" cap="none">
                <a:solidFill>
                  <a:schemeClr val="dk1"/>
                </a:solidFill>
                <a:latin typeface="Arial"/>
                <a:ea typeface="Arial"/>
                <a:cs typeface="Arial"/>
              </a:defRPr>
            </a:lvl5pPr>
            <a:lvl6pPr marR="0" algn="l">
              <a:spcBef>
                <a:spcPts val="0"/>
              </a:spcBef>
              <a:spcAft>
                <a:spcPts val="0"/>
              </a:spcAft>
              <a:buSzPts val="1400"/>
              <a:buNone/>
              <a:defRPr sz="1800" b="0" i="0" u="none" strike="noStrike" cap="none">
                <a:solidFill>
                  <a:schemeClr val="dk1"/>
                </a:solidFill>
                <a:latin typeface="Arial"/>
                <a:ea typeface="Arial"/>
                <a:cs typeface="Arial"/>
              </a:defRPr>
            </a:lvl6pPr>
            <a:lvl7pPr marR="0" algn="l">
              <a:spcBef>
                <a:spcPts val="0"/>
              </a:spcBef>
              <a:spcAft>
                <a:spcPts val="0"/>
              </a:spcAft>
              <a:buSzPts val="1400"/>
              <a:buNone/>
              <a:defRPr sz="1800" b="0" i="0" u="none" strike="noStrike" cap="none">
                <a:solidFill>
                  <a:schemeClr val="dk1"/>
                </a:solidFill>
                <a:latin typeface="Arial"/>
                <a:ea typeface="Arial"/>
                <a:cs typeface="Arial"/>
              </a:defRPr>
            </a:lvl7pPr>
            <a:lvl8pPr marR="0" algn="l">
              <a:spcBef>
                <a:spcPts val="0"/>
              </a:spcBef>
              <a:spcAft>
                <a:spcPts val="0"/>
              </a:spcAft>
              <a:buSzPts val="1400"/>
              <a:buNone/>
              <a:defRPr sz="1800" b="0" i="0" u="none" strike="noStrike" cap="none">
                <a:solidFill>
                  <a:schemeClr val="dk1"/>
                </a:solidFill>
                <a:latin typeface="Arial"/>
                <a:ea typeface="Arial"/>
                <a:cs typeface="Arial"/>
              </a:defRPr>
            </a:lvl8pPr>
            <a:lvl9pPr marR="0" algn="l">
              <a:spcBef>
                <a:spcPts val="0"/>
              </a:spcBef>
              <a:spcAft>
                <a:spcPts val="0"/>
              </a:spcAft>
              <a:buSzPts val="1400"/>
              <a:buNone/>
              <a:defRPr sz="1800" b="0" i="0" u="none" strike="noStrike" cap="none">
                <a:solidFill>
                  <a:schemeClr val="dk1"/>
                </a:solidFill>
                <a:latin typeface="Arial"/>
                <a:ea typeface="Arial"/>
                <a:cs typeface="Arial"/>
              </a:defRPr>
            </a:lvl9pPr>
          </a:lstStyle>
          <a:p xmlns:a="http://schemas.openxmlformats.org/drawingml/2006/main"/>
        </p:txBody>
      </p:sp>
      <p:sp>
        <p:nvSpPr>
          <p:cNvPr id="10" name="Google Shape;10;p8">
            <a:extLst xmlns:a="http://schemas.openxmlformats.org/drawingml/2006/main">
              <a:ext uri="{FF2B5EF4-FFF2-40B4-BE49-F238E27FC236}">
                <a16:creationId xmlns:a16="http://schemas.microsoft.com/office/drawing/2014/main" id="{762E975E-BCC4-402D-92C9-046DCB68ECA2}"/>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strike="noStrike" cap="none">
                <a:solidFill>
                  <a:srgbClr val="757575"/>
                </a:solidFill>
                <a:latin typeface="Arial"/>
                <a:ea typeface="Arial"/>
                <a:cs typeface="Arial"/>
              </a:defRPr>
            </a:lvl1pPr>
            <a:lvl2pPr marL="0" marR="0" indent="0" algn="r">
              <a:spcBef>
                <a:spcPts val="0"/>
              </a:spcBef>
              <a:buNone/>
              <a:defRPr sz="1200" b="0" i="0" u="none" strike="noStrike" cap="none">
                <a:solidFill>
                  <a:srgbClr val="757575"/>
                </a:solidFill>
                <a:latin typeface="Arial"/>
                <a:ea typeface="Arial"/>
                <a:cs typeface="Arial"/>
              </a:defRPr>
            </a:lvl2pPr>
            <a:lvl3pPr marL="0" marR="0" indent="0" algn="r">
              <a:spcBef>
                <a:spcPts val="0"/>
              </a:spcBef>
              <a:buNone/>
              <a:defRPr sz="1200" b="0" i="0" u="none" strike="noStrike" cap="none">
                <a:solidFill>
                  <a:srgbClr val="757575"/>
                </a:solidFill>
                <a:latin typeface="Arial"/>
                <a:ea typeface="Arial"/>
                <a:cs typeface="Arial"/>
              </a:defRPr>
            </a:lvl3pPr>
            <a:lvl4pPr marL="0" marR="0" indent="0" algn="r">
              <a:spcBef>
                <a:spcPts val="0"/>
              </a:spcBef>
              <a:buNone/>
              <a:defRPr sz="1200" b="0" i="0" u="none" strike="noStrike" cap="none">
                <a:solidFill>
                  <a:srgbClr val="757575"/>
                </a:solidFill>
                <a:latin typeface="Arial"/>
                <a:ea typeface="Arial"/>
                <a:cs typeface="Arial"/>
              </a:defRPr>
            </a:lvl4pPr>
            <a:lvl5pPr marL="0" marR="0" indent="0" algn="r">
              <a:spcBef>
                <a:spcPts val="0"/>
              </a:spcBef>
              <a:buNone/>
              <a:defRPr sz="1200" b="0" i="0" u="none" strike="noStrike" cap="none">
                <a:solidFill>
                  <a:srgbClr val="757575"/>
                </a:solidFill>
                <a:latin typeface="Arial"/>
                <a:ea typeface="Arial"/>
                <a:cs typeface="Arial"/>
              </a:defRPr>
            </a:lvl5pPr>
            <a:lvl6pPr marL="0" marR="0" indent="0" algn="r">
              <a:spcBef>
                <a:spcPts val="0"/>
              </a:spcBef>
              <a:buNone/>
              <a:defRPr sz="1200" b="0" i="0" u="none" strike="noStrike" cap="none">
                <a:solidFill>
                  <a:srgbClr val="757575"/>
                </a:solidFill>
                <a:latin typeface="Arial"/>
                <a:ea typeface="Arial"/>
                <a:cs typeface="Arial"/>
              </a:defRPr>
            </a:lvl6pPr>
            <a:lvl7pPr marL="0" marR="0" indent="0" algn="r">
              <a:spcBef>
                <a:spcPts val="0"/>
              </a:spcBef>
              <a:buNone/>
              <a:defRPr sz="1200" b="0" i="0" u="none" strike="noStrike" cap="none">
                <a:solidFill>
                  <a:srgbClr val="757575"/>
                </a:solidFill>
                <a:latin typeface="Arial"/>
                <a:ea typeface="Arial"/>
                <a:cs typeface="Arial"/>
              </a:defRPr>
            </a:lvl7pPr>
            <a:lvl8pPr marL="0" marR="0" indent="0" algn="r">
              <a:spcBef>
                <a:spcPts val="0"/>
              </a:spcBef>
              <a:buNone/>
              <a:defRPr sz="1200" b="0" i="0" u="none" strike="noStrike" cap="none">
                <a:solidFill>
                  <a:srgbClr val="757575"/>
                </a:solidFill>
                <a:latin typeface="Arial"/>
                <a:ea typeface="Arial"/>
                <a:cs typeface="Arial"/>
              </a:defRPr>
            </a:lvl8pPr>
            <a:lvl9pPr marL="0" marR="0" indent="0" algn="r">
              <a:spcBef>
                <a:spcPts val="0"/>
              </a:spcBef>
              <a:buNone/>
              <a:defRPr sz="1200" b="0" i="0" u="none" strike="noStrike" cap="none">
                <a:solidFill>
                  <a:srgbClr val="757575"/>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09b6f925e2d40ea"/>
    <p:sldLayoutId xmlns:r="http://schemas.openxmlformats.org/officeDocument/2006/relationships" id="2147483650" r:id="Rc17ada22e24541c4"/>
    <p:sldLayoutId xmlns:r="http://schemas.openxmlformats.org/officeDocument/2006/relationships" id="2147483651" r:id="R86104d1136ef4124"/>
    <p:sldLayoutId xmlns:r="http://schemas.openxmlformats.org/officeDocument/2006/relationships" id="2147483652" r:id="R948323baf1b34527"/>
    <p:sldLayoutId xmlns:r="http://schemas.openxmlformats.org/officeDocument/2006/relationships" id="2147483653" r:id="R865b9b786e414ee0"/>
    <p:sldLayoutId xmlns:r="http://schemas.openxmlformats.org/officeDocument/2006/relationships" id="2147483654" r:id="R24cc0e5ef53a4612"/>
    <p:sldLayoutId xmlns:r="http://schemas.openxmlformats.org/officeDocument/2006/relationships" id="2147483655" r:id="Rbdd72079b2db4496"/>
    <p:sldLayoutId xmlns:r="http://schemas.openxmlformats.org/officeDocument/2006/relationships" id="2147483656" r:id="Refaf48408c9d4a1f"/>
    <p:sldLayoutId xmlns:r="http://schemas.openxmlformats.org/officeDocument/2006/relationships" id="2147483657" r:id="R48aa8f8a0830467c"/>
    <p:sldLayoutId xmlns:r="http://schemas.openxmlformats.org/officeDocument/2006/relationships" id="2147483658" r:id="Ra90bb3ced67b41d4"/>
    <p:sldLayoutId xmlns:r="http://schemas.openxmlformats.org/officeDocument/2006/relationships" id="2147483659" r:id="Ra5e75826bc6a4c74"/>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a470917277478c" /><Relationship Type="http://schemas.openxmlformats.org/officeDocument/2006/relationships/image" Target="/ppt/media/image.png" Id="R3272c0a5b58441f4" /><Relationship Type="http://schemas.openxmlformats.org/officeDocument/2006/relationships/notesSlide" Target="/ppt/notesSlides/notesSlide1.xml" Id="R2811de35b55f48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05163e24c10488d" /><Relationship Type="http://schemas.openxmlformats.org/officeDocument/2006/relationships/image" Target="/ppt/media/image.png" Id="R424b12c6b53e4a96" /><Relationship Type="http://schemas.openxmlformats.org/officeDocument/2006/relationships/notesSlide" Target="/ppt/notesSlides/notesSlide2.xml" Id="Reb9e25ba217a45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bcb3941bd84f32" /><Relationship Type="http://schemas.openxmlformats.org/officeDocument/2006/relationships/image" Target="/ppt/media/image.png" Id="R0504484746b848b5" /><Relationship Type="http://schemas.openxmlformats.org/officeDocument/2006/relationships/notesSlide" Target="/ppt/notesSlides/notesSlide3.xml" Id="R0ade338b05d043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fb4db543364907" /><Relationship Type="http://schemas.openxmlformats.org/officeDocument/2006/relationships/image" Target="/ppt/media/image.png" Id="Raf50093a6fa94009" /><Relationship Type="http://schemas.openxmlformats.org/officeDocument/2006/relationships/notesSlide" Target="/ppt/notesSlides/notesSlide4.xml" Id="Rd823f0a19fa84e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c11f255dcd4157" /><Relationship Type="http://schemas.openxmlformats.org/officeDocument/2006/relationships/image" Target="/ppt/media/image.png" Id="Rec6327fc9c524c63" /><Relationship Type="http://schemas.openxmlformats.org/officeDocument/2006/relationships/image" Target="/ppt/media/image2.png" Id="Rc1603fe6abb14bec" /><Relationship Type="http://schemas.openxmlformats.org/officeDocument/2006/relationships/hyperlink" Target="https://opd-raq-aia.onrender.com" TargetMode="External" Id="Rded6220e7b1f42bd" /><Relationship Type="http://schemas.openxmlformats.org/officeDocument/2006/relationships/notesSlide" Target="/ppt/notesSlides/notesSlide5.xml" Id="R16b882aa3aa546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3d26aec4f0e40bf" /><Relationship Type="http://schemas.openxmlformats.org/officeDocument/2006/relationships/image" Target="/ppt/media/image.png" Id="Rf08ce65e320a41ae" /><Relationship Type="http://schemas.openxmlformats.org/officeDocument/2006/relationships/notesSlide" Target="/ppt/notesSlides/notesSlide6.xml" Id="Rddb76bc9925b41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d323adc817344a8" /><Relationship Type="http://schemas.openxmlformats.org/officeDocument/2006/relationships/image" Target="/ppt/media/image.png" Id="R5161bdd8d8344523" /><Relationship Type="http://schemas.openxmlformats.org/officeDocument/2006/relationships/notesSlide" Target="/ppt/notesSlides/notesSlide7.xml" Id="R6ed3a0bca9b846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22a0b24ff6c43d6" /><Relationship Type="http://schemas.openxmlformats.org/officeDocument/2006/relationships/image" Target="/ppt/media/image.png" Id="R5b8ddf523fa84637" /><Relationship Type="http://schemas.openxmlformats.org/officeDocument/2006/relationships/notesSlide" Target="/ppt/notesSlides/notesSlide8.xml" Id="R6626054cf2e841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9664a27d7aa478f" /><Relationship Type="http://schemas.openxmlformats.org/officeDocument/2006/relationships/image" Target="/ppt/media/image.png" Id="R880cf8ac85064f01" /><Relationship Type="http://schemas.openxmlformats.org/officeDocument/2006/relationships/hyperlink" Target="https://github.com/RujalRaj/OPD-RAQ-AIA#future-prospect" TargetMode="External" Id="Rd7b6a767bcd34ec2" /><Relationship Type="http://schemas.openxmlformats.org/officeDocument/2006/relationships/hyperlink" Target="https://github.com/RujalRaj/OPD-RAQ-AIA#future-prospect" TargetMode="External" Id="R6f9e603db8ab494e" /><Relationship Type="http://schemas.openxmlformats.org/officeDocument/2006/relationships/notesSlide" Target="/ppt/notesSlides/notesSlide9.xml" Id="R93f7068f968b4f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96fb0f258634d28" /><Relationship Type="http://schemas.openxmlformats.org/officeDocument/2006/relationships/image" Target="/ppt/media/image.png" Id="Rfad3680b502c4bb4" /><Relationship Type="http://schemas.openxmlformats.org/officeDocument/2006/relationships/hyperlink" Target="https://github.com/RujalRaj/OPD-RAQ-AIA#acknowledgements-and-use-of-existing-work" TargetMode="External" Id="R9cca0aa054fb4f46" /><Relationship Type="http://schemas.openxmlformats.org/officeDocument/2006/relationships/hyperlink" Target="https://github.com/RujalRaj/OPD-RAQ-AIA/blob/main/THIRD_PARTY_NOTICES.md" TargetMode="External" Id="R48d2459ea6704066" /><Relationship Type="http://schemas.openxmlformats.org/officeDocument/2006/relationships/hyperlink" Target="https://github.com/RujalRaj/OPD-RAQ-AIA" TargetMode="External" Id="R51be894433c04dc4" /><Relationship Type="http://schemas.openxmlformats.org/officeDocument/2006/relationships/notesSlide" Target="/ppt/notesSlides/notesSlide10.xml" Id="R8cfb953f4fdf495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5" name="Google Shape;85;p1">
            <a:extLst xmlns:a="http://schemas.openxmlformats.org/drawingml/2006/main">
              <a:ext uri="{FF2B5EF4-FFF2-40B4-BE49-F238E27FC236}">
                <a16:creationId xmlns:a16="http://schemas.microsoft.com/office/drawing/2014/main" id="{10D1D43A-AA4D-4DD2-8B3C-9E80FD3DC0D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272c0a5b58441f4">
            <a:alphaModFix/>
          </a:blip>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86" name="Google Shape;86;p1">
            <a:extLst xmlns:a="http://schemas.openxmlformats.org/drawingml/2006/main">
              <a:ext uri="{FF2B5EF4-FFF2-40B4-BE49-F238E27FC236}">
                <a16:creationId xmlns:a16="http://schemas.microsoft.com/office/drawing/2014/main" id="{ADDFBBAE-0198-4566-8F7B-72DDD4E998A9}"/>
              </a:ext>
            </a:extLst>
          </p:cNvPr>
          <p:cNvSpPr>
            <a:spLocks xmlns:a="http://schemas.openxmlformats.org/drawingml/2006/main" noGrp="1"/>
          </p:cNvSpPr>
          <p:nvPr/>
        </p:nvSpPr>
        <p:spPr>
          <a:xfrm xmlns:a="http://schemas.openxmlformats.org/drawingml/2006/main">
            <a:off x="603504" y="402336"/>
            <a:ext cx="64008" cy="256032"/>
          </a:xfrm>
          <a:prstGeom xmlns:a="http://schemas.openxmlformats.org/drawingml/2006/main" prst="rect">
            <a:avLst/>
          </a:prstGeom>
          <a:solidFill xmlns:a="http://schemas.openxmlformats.org/drawingml/2006/main">
            <a:srgbClr val="EF7138"/>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lt1"/>
              </a:solidFill>
              <a:latin typeface="Arial"/>
              <a:ea typeface="Arial"/>
              <a:cs typeface="Arial"/>
            </a:endParaRPr>
          </a:p>
        </p:txBody>
      </p:sp>
      <p:sp>
        <p:nvSpPr>
          <p:cNvPr id="87" name="Google Shape;87;p1">
            <a:extLst xmlns:a="http://schemas.openxmlformats.org/drawingml/2006/main">
              <a:ext uri="{FF2B5EF4-FFF2-40B4-BE49-F238E27FC236}">
                <a16:creationId xmlns:a16="http://schemas.microsoft.com/office/drawing/2014/main" id="{90D2AA38-040B-49DC-B81E-4E70B114B587}"/>
              </a:ext>
            </a:extLst>
          </p:cNvPr>
          <p:cNvSpPr>
            <a:spLocks xmlns:a="http://schemas.openxmlformats.org/drawingml/2006/main" noGrp="1"/>
          </p:cNvSpPr>
          <p:nvPr/>
        </p:nvSpPr>
        <p:spPr>
          <a:xfrm xmlns:a="http://schemas.openxmlformats.org/drawingml/2006/main">
            <a:off x="795528" y="320040"/>
            <a:ext cx="9052560"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1" i="0" u="none" strike="noStrike" cap="none">
                <a:solidFill>
                  <a:srgbClr val="007B80"/>
                </a:solidFill>
                <a:latin typeface="Arial"/>
                <a:ea typeface="Arial"/>
                <a:cs typeface="Arial"/>
              </a:rPr>
              <a:t>T05 • OPD FLOW</a:t>
            </a:r>
            <a:endParaRPr/>
          </a:p>
        </p:txBody>
      </p:sp>
      <p:sp>
        <p:nvSpPr>
          <p:cNvPr id="88" name="Google Shape;88;p1">
            <a:extLst xmlns:a="http://schemas.openxmlformats.org/drawingml/2006/main">
              <a:ext uri="{FF2B5EF4-FFF2-40B4-BE49-F238E27FC236}">
                <a16:creationId xmlns:a16="http://schemas.microsoft.com/office/drawing/2014/main" id="{F03FA6AE-3193-4F95-ACCE-C26A0B288708}"/>
              </a:ext>
            </a:extLst>
          </p:cNvPr>
          <p:cNvSpPr>
            <a:spLocks xmlns:a="http://schemas.openxmlformats.org/drawingml/2006/main" noGrp="1"/>
          </p:cNvSpPr>
          <p:nvPr/>
        </p:nvSpPr>
        <p:spPr>
          <a:xfrm xmlns:a="http://schemas.openxmlformats.org/drawingml/2006/main">
            <a:off x="603504" y="6364224"/>
            <a:ext cx="16459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025"/>
            </a:defPPr>
          </a:lstStyle>
          <a:p xmlns:a="http://schemas.openxmlformats.org/drawingml/2006/main">
            <a:pPr marL="0" marR="0" lvl="0" indent="0" algn="l">
              <a:lnSpc>
                <a:spcPct val="105000"/>
              </a:lnSpc>
              <a:spcBef>
                <a:spcPts val="0"/>
              </a:spcBef>
              <a:spcAft>
                <a:spcPts val="0"/>
              </a:spcAft>
              <a:buNone/>
              <a:defRPr sz="2025"/>
            </a:pPr>
            <a:r>
              <a:rPr sz="2025" b="0" i="0" u="none" strike="noStrike" cap="none">
                <a:solidFill>
                  <a:srgbClr val="456170"/>
                </a:solidFill>
                <a:latin typeface="Arial"/>
                <a:ea typeface="Arial"/>
                <a:cs typeface="Arial"/>
              </a:rPr>
              <a:t>01 / 10</a:t>
            </a:r>
            <a:endParaRPr/>
          </a:p>
        </p:txBody>
      </p:sp>
      <p:sp>
        <p:nvSpPr>
          <p:cNvPr id="89" name="Google Shape;89;p1">
            <a:extLst xmlns:a="http://schemas.openxmlformats.org/drawingml/2006/main">
              <a:ext uri="{FF2B5EF4-FFF2-40B4-BE49-F238E27FC236}">
                <a16:creationId xmlns:a16="http://schemas.microsoft.com/office/drawing/2014/main" id="{524D383E-6AC8-465F-9DA3-6A76743226DF}"/>
              </a:ext>
            </a:extLst>
          </p:cNvPr>
          <p:cNvSpPr>
            <a:spLocks xmlns:a="http://schemas.openxmlformats.org/drawingml/2006/main" noGrp="1"/>
          </p:cNvSpPr>
          <p:nvPr/>
        </p:nvSpPr>
        <p:spPr>
          <a:xfrm xmlns:a="http://schemas.openxmlformats.org/drawingml/2006/main">
            <a:off x="612648" y="1344168"/>
            <a:ext cx="7132320" cy="868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6000" b="1" i="0" u="none" strike="noStrike" cap="none">
                <a:solidFill>
                  <a:srgbClr val="0C3850"/>
                </a:solidFill>
                <a:latin typeface="Arial"/>
                <a:ea typeface="Arial"/>
                <a:cs typeface="Arial"/>
              </a:rPr>
              <a:t>OPD RAQ AIA</a:t>
            </a:r>
            <a:endParaRPr sz="6000" b="1" i="0" u="none" strike="noStrike" cap="none">
              <a:solidFill>
                <a:srgbClr val="0C3850"/>
              </a:solidFill>
              <a:latin typeface="Arial"/>
              <a:ea typeface="Arial"/>
              <a:cs typeface="Arial"/>
            </a:endParaRPr>
          </a:p>
        </p:txBody>
      </p:sp>
      <p:sp>
        <p:nvSpPr>
          <p:cNvPr id="90" name="Google Shape;90;p1">
            <a:extLst xmlns:a="http://schemas.openxmlformats.org/drawingml/2006/main">
              <a:ext uri="{FF2B5EF4-FFF2-40B4-BE49-F238E27FC236}">
                <a16:creationId xmlns:a16="http://schemas.microsoft.com/office/drawing/2014/main" id="{EA5AD235-083B-4F9F-9A82-5B39D27EEB0E}"/>
              </a:ext>
            </a:extLst>
          </p:cNvPr>
          <p:cNvSpPr>
            <a:spLocks xmlns:a="http://schemas.openxmlformats.org/drawingml/2006/main" noGrp="1"/>
          </p:cNvSpPr>
          <p:nvPr/>
        </p:nvSpPr>
        <p:spPr>
          <a:xfrm xmlns:a="http://schemas.openxmlformats.org/drawingml/2006/main">
            <a:off x="640080" y="2350008"/>
            <a:ext cx="786384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spcBef>
                <a:spcPts val="0"/>
              </a:spcBef>
              <a:spcAft>
                <a:spcPts val="0"/>
              </a:spcAft>
              <a:buNone/>
            </a:pPr>
            <a:r>
              <a:rPr sz="2400" b="0" i="0" u="none" strike="noStrike" cap="none">
                <a:solidFill>
                  <a:schemeClr val="dk1"/>
                </a:solidFill>
                <a:latin typeface="Arial"/>
                <a:ea typeface="Arial"/>
                <a:cs typeface="Arial"/>
              </a:rPr>
              <a:t>OPD Risk-Aware Queue AI Agent</a:t>
            </a:r>
            <a:endParaRPr/>
          </a:p>
        </p:txBody>
      </p:sp>
      <p:sp>
        <p:nvSpPr>
          <p:cNvPr id="91" name="Google Shape;91;p1">
            <a:extLst xmlns:a="http://schemas.openxmlformats.org/drawingml/2006/main">
              <a:ext uri="{FF2B5EF4-FFF2-40B4-BE49-F238E27FC236}">
                <a16:creationId xmlns:a16="http://schemas.microsoft.com/office/drawing/2014/main" id="{D56EB75D-18A5-4E73-A446-AC81307B022E}"/>
              </a:ext>
            </a:extLst>
          </p:cNvPr>
          <p:cNvSpPr>
            <a:spLocks xmlns:a="http://schemas.openxmlformats.org/drawingml/2006/main" noGrp="1"/>
          </p:cNvSpPr>
          <p:nvPr/>
        </p:nvSpPr>
        <p:spPr>
          <a:xfrm xmlns:a="http://schemas.openxmlformats.org/drawingml/2006/main">
            <a:off x="640080" y="2924175"/>
            <a:ext cx="8229600" cy="942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850"/>
            </a:defPPr>
          </a:lstStyle>
          <a:p xmlns:a="http://schemas.openxmlformats.org/drawingml/2006/main">
            <a:pPr marL="0" marR="0" lvl="0" indent="0" algn="l">
              <a:lnSpc>
                <a:spcPct val="105000"/>
              </a:lnSpc>
              <a:spcBef>
                <a:spcPts val="0"/>
              </a:spcBef>
              <a:spcAft>
                <a:spcPts val="0"/>
              </a:spcAft>
              <a:buNone/>
              <a:defRPr sz="2850"/>
            </a:pPr>
            <a:r>
              <a:rPr sz="2850" b="1">
                <a:solidFill>
                  <a:srgbClr val="007B80"/>
                </a:solidFill>
                <a:latin typeface="Arial"/>
                <a:ea typeface="Arial"/>
                <a:cs typeface="Arial"/>
              </a:rPr>
              <a:t>Clinical urgency matters,</a:t>
            </a:r>
            <a:endParaRPr sz="3200" b="1">
              <a:solidFill>
                <a:srgbClr val="007B80"/>
              </a:solidFill>
              <a:latin typeface="Arial"/>
              <a:ea typeface="Arial"/>
              <a:cs typeface="Arial"/>
            </a:endParaRPr>
          </a:p>
          <a:p xmlns:a="http://schemas.openxmlformats.org/drawingml/2006/main">
            <a:pPr marL="0" marR="0" lvl="0" indent="0" algn="l">
              <a:lnSpc>
                <a:spcPct val="105000"/>
              </a:lnSpc>
              <a:spcBef>
                <a:spcPts val="0"/>
              </a:spcBef>
              <a:spcAft>
                <a:spcPts val="0"/>
              </a:spcAft>
              <a:buNone/>
              <a:defRPr sz="2850"/>
            </a:pPr>
            <a:r>
              <a:rPr sz="2850" b="1">
                <a:solidFill>
                  <a:srgbClr val="007B80"/>
                </a:solidFill>
                <a:latin typeface="Arial"/>
                <a:ea typeface="Arial"/>
                <a:cs typeface="Arial"/>
              </a:rPr>
              <a:t>not just parcha numbers.</a:t>
            </a:r>
            <a:endParaRPr sz="3200" b="1">
              <a:solidFill>
                <a:srgbClr val="007B80"/>
              </a:solidFill>
              <a:latin typeface="Arial"/>
              <a:ea typeface="Arial"/>
              <a:cs typeface="Arial"/>
            </a:endParaRPr>
          </a:p>
        </p:txBody>
      </p:sp>
      <p:sp>
        <p:nvSpPr>
          <p:cNvPr id="92" name="Google Shape;92;p1">
            <a:extLst xmlns:a="http://schemas.openxmlformats.org/drawingml/2006/main">
              <a:ext uri="{FF2B5EF4-FFF2-40B4-BE49-F238E27FC236}">
                <a16:creationId xmlns:a16="http://schemas.microsoft.com/office/drawing/2014/main" id="{D43A5E32-53DA-45B2-8F16-8322BADDD39F}"/>
              </a:ext>
            </a:extLst>
          </p:cNvPr>
          <p:cNvSpPr>
            <a:spLocks xmlns:a="http://schemas.openxmlformats.org/drawingml/2006/main" noGrp="1"/>
          </p:cNvSpPr>
          <p:nvPr/>
        </p:nvSpPr>
        <p:spPr>
          <a:xfrm xmlns:a="http://schemas.openxmlformats.org/drawingml/2006/main">
            <a:off x="9153144" y="1572768"/>
            <a:ext cx="2386584" cy="2176272"/>
          </a:xfrm>
          <a:prstGeom xmlns:a="http://schemas.openxmlformats.org/drawingml/2006/main" prst="roundRect">
            <a:avLst>
              <a:gd name="adj" fmla="val 12000"/>
            </a:avLst>
          </a:prstGeom>
          <a:solidFill xmlns:a="http://schemas.openxmlformats.org/drawingml/2006/main">
            <a:srgbClr val="0C3850"/>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93" name="Google Shape;93;p1">
            <a:extLst xmlns:a="http://schemas.openxmlformats.org/drawingml/2006/main">
              <a:ext uri="{FF2B5EF4-FFF2-40B4-BE49-F238E27FC236}">
                <a16:creationId xmlns:a16="http://schemas.microsoft.com/office/drawing/2014/main" id="{77EAC936-30A9-4D76-AE6F-E30FB5A19896}"/>
              </a:ext>
            </a:extLst>
          </p:cNvPr>
          <p:cNvSpPr>
            <a:spLocks xmlns:a="http://schemas.openxmlformats.org/drawingml/2006/main" noGrp="1"/>
          </p:cNvSpPr>
          <p:nvPr/>
        </p:nvSpPr>
        <p:spPr>
          <a:xfrm xmlns:a="http://schemas.openxmlformats.org/drawingml/2006/main">
            <a:off x="9326880" y="1783080"/>
            <a:ext cx="201168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ctr">
              <a:lnSpc>
                <a:spcPct val="105000"/>
              </a:lnSpc>
              <a:spcBef>
                <a:spcPts val="0"/>
              </a:spcBef>
              <a:spcAft>
                <a:spcPts val="0"/>
              </a:spcAft>
              <a:buNone/>
            </a:pPr>
            <a:r>
              <a:rPr sz="4000" b="1">
                <a:solidFill>
                  <a:srgbClr val="FFFFFF"/>
                </a:solidFill>
                <a:latin typeface="Arial"/>
                <a:ea typeface="Arial"/>
                <a:cs typeface="Arial"/>
              </a:rPr>
              <a:t>T05</a:t>
            </a:r>
            <a:endParaRPr/>
          </a:p>
        </p:txBody>
      </p:sp>
      <p:sp>
        <p:nvSpPr>
          <p:cNvPr id="94" name="Google Shape;94;p1">
            <a:extLst xmlns:a="http://schemas.openxmlformats.org/drawingml/2006/main">
              <a:ext uri="{FF2B5EF4-FFF2-40B4-BE49-F238E27FC236}">
                <a16:creationId xmlns:a16="http://schemas.microsoft.com/office/drawing/2014/main" id="{C8FEC455-2CEA-49B5-BCE5-C03CD64E93B1}"/>
              </a:ext>
            </a:extLst>
          </p:cNvPr>
          <p:cNvSpPr>
            <a:spLocks xmlns:a="http://schemas.openxmlformats.org/drawingml/2006/main" noGrp="1"/>
          </p:cNvSpPr>
          <p:nvPr/>
        </p:nvSpPr>
        <p:spPr>
          <a:xfrm xmlns:a="http://schemas.openxmlformats.org/drawingml/2006/main">
            <a:off x="9253728" y="2468880"/>
            <a:ext cx="2194560"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ctr">
              <a:lnSpc>
                <a:spcPct val="105000"/>
              </a:lnSpc>
              <a:spcBef>
                <a:spcPts val="0"/>
              </a:spcBef>
              <a:spcAft>
                <a:spcPts val="0"/>
              </a:spcAft>
              <a:buNone/>
            </a:pPr>
            <a:r>
              <a:rPr sz="2800" b="1">
                <a:solidFill>
                  <a:srgbClr val="FFFFFF"/>
                </a:solidFill>
                <a:latin typeface="Arial"/>
                <a:ea typeface="Arial"/>
                <a:cs typeface="Arial"/>
              </a:rPr>
              <a:t>OPD Flow</a:t>
            </a:r>
            <a:endParaRPr/>
          </a:p>
        </p:txBody>
      </p:sp>
      <p:sp>
        <p:nvSpPr>
          <p:cNvPr id="95" name="Google Shape;95;p1">
            <a:extLst xmlns:a="http://schemas.openxmlformats.org/drawingml/2006/main">
              <a:ext uri="{FF2B5EF4-FFF2-40B4-BE49-F238E27FC236}">
                <a16:creationId xmlns:a16="http://schemas.microsoft.com/office/drawing/2014/main" id="{D3417A95-3B7D-4706-BC5B-CBF484BA943E}"/>
              </a:ext>
            </a:extLst>
          </p:cNvPr>
          <p:cNvSpPr>
            <a:spLocks xmlns:a="http://schemas.openxmlformats.org/drawingml/2006/main" noGrp="1"/>
          </p:cNvSpPr>
          <p:nvPr/>
        </p:nvSpPr>
        <p:spPr>
          <a:xfrm xmlns:a="http://schemas.openxmlformats.org/drawingml/2006/main">
            <a:off x="9262872" y="3054096"/>
            <a:ext cx="2176272" cy="402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1800"/>
            </a:defPPr>
          </a:lstStyle>
          <a:p xmlns:a="http://schemas.openxmlformats.org/drawingml/2006/main">
            <a:pPr marL="0" marR="0" lvl="0" indent="0" algn="ctr">
              <a:lnSpc>
                <a:spcPct val="105000"/>
              </a:lnSpc>
              <a:spcBef>
                <a:spcPts val="0"/>
              </a:spcBef>
              <a:spcAft>
                <a:spcPts val="0"/>
              </a:spcAft>
              <a:buNone/>
              <a:defRPr sz="1800"/>
            </a:pPr>
            <a:r>
              <a:rPr sz="1800" b="0">
                <a:solidFill>
                  <a:srgbClr val="FFFFFF"/>
                </a:solidFill>
                <a:latin typeface="Arial"/>
                <a:ea typeface="Arial"/>
                <a:cs typeface="Arial"/>
              </a:rPr>
              <a:t>Working prototype</a:t>
            </a:r>
            <a:endParaRPr/>
          </a:p>
        </p:txBody>
      </p:sp>
      <p:sp>
        <p:nvSpPr>
          <p:cNvPr id="96" name="Google Shape;96;p1">
            <a:extLst xmlns:a="http://schemas.openxmlformats.org/drawingml/2006/main">
              <a:ext uri="{FF2B5EF4-FFF2-40B4-BE49-F238E27FC236}">
                <a16:creationId xmlns:a16="http://schemas.microsoft.com/office/drawing/2014/main" id="{190068B4-58E4-4DA5-A5F7-C5E089856DBD}"/>
              </a:ext>
            </a:extLst>
          </p:cNvPr>
          <p:cNvSpPr>
            <a:spLocks xmlns:a="http://schemas.openxmlformats.org/drawingml/2006/main" noGrp="1"/>
          </p:cNvSpPr>
          <p:nvPr/>
        </p:nvSpPr>
        <p:spPr>
          <a:xfrm xmlns:a="http://schemas.openxmlformats.org/drawingml/2006/main">
            <a:off x="630936" y="4096512"/>
            <a:ext cx="10908792" cy="1874519"/>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97" name="Google Shape;97;p1">
            <a:extLst xmlns:a="http://schemas.openxmlformats.org/drawingml/2006/main">
              <a:ext uri="{FF2B5EF4-FFF2-40B4-BE49-F238E27FC236}">
                <a16:creationId xmlns:a16="http://schemas.microsoft.com/office/drawing/2014/main" id="{6D6D3A81-98B3-43B4-AB1F-48DBF904921D}"/>
              </a:ext>
            </a:extLst>
          </p:cNvPr>
          <p:cNvSpPr>
            <a:spLocks xmlns:a="http://schemas.openxmlformats.org/drawingml/2006/main" noGrp="1"/>
          </p:cNvSpPr>
          <p:nvPr/>
        </p:nvSpPr>
        <p:spPr>
          <a:xfrm xmlns:a="http://schemas.openxmlformats.org/drawingml/2006/main">
            <a:off x="832104" y="4270248"/>
            <a:ext cx="4892040" cy="402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0">
                <a:solidFill>
                  <a:srgbClr val="0C3850"/>
                </a:solidFill>
                <a:latin typeface="Arial"/>
                <a:ea typeface="Arial"/>
                <a:cs typeface="Arial"/>
              </a:rPr>
              <a:t>Problem Statement ID: T05</a:t>
            </a:r>
            <a:endParaRPr/>
          </a:p>
        </p:txBody>
      </p:sp>
      <p:sp>
        <p:nvSpPr>
          <p:cNvPr id="98" name="Google Shape;98;p1">
            <a:extLst xmlns:a="http://schemas.openxmlformats.org/drawingml/2006/main">
              <a:ext uri="{FF2B5EF4-FFF2-40B4-BE49-F238E27FC236}">
                <a16:creationId xmlns:a16="http://schemas.microsoft.com/office/drawing/2014/main" id="{B12F52B9-32ED-4566-95F2-9D96784DC9BB}"/>
              </a:ext>
            </a:extLst>
          </p:cNvPr>
          <p:cNvSpPr>
            <a:spLocks xmlns:a="http://schemas.openxmlformats.org/drawingml/2006/main" noGrp="1"/>
          </p:cNvSpPr>
          <p:nvPr/>
        </p:nvSpPr>
        <p:spPr>
          <a:xfrm xmlns:a="http://schemas.openxmlformats.org/drawingml/2006/main">
            <a:off x="832104" y="4782312"/>
            <a:ext cx="4892040" cy="402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0">
                <a:solidFill>
                  <a:srgbClr val="0C3850"/>
                </a:solidFill>
                <a:latin typeface="Arial"/>
                <a:ea typeface="Arial"/>
                <a:cs typeface="Arial"/>
              </a:rPr>
              <a:t>Problem Title: OPD Flow</a:t>
            </a:r>
            <a:endParaRPr/>
          </a:p>
        </p:txBody>
      </p:sp>
      <p:sp>
        <p:nvSpPr>
          <p:cNvPr id="99" name="Google Shape;99;p1">
            <a:extLst xmlns:a="http://schemas.openxmlformats.org/drawingml/2006/main">
              <a:ext uri="{FF2B5EF4-FFF2-40B4-BE49-F238E27FC236}">
                <a16:creationId xmlns:a16="http://schemas.microsoft.com/office/drawing/2014/main" id="{89FE2E51-4CE5-478D-8717-05E8025CA0C3}"/>
              </a:ext>
            </a:extLst>
          </p:cNvPr>
          <p:cNvSpPr>
            <a:spLocks xmlns:a="http://schemas.openxmlformats.org/drawingml/2006/main" noGrp="1"/>
          </p:cNvSpPr>
          <p:nvPr/>
        </p:nvSpPr>
        <p:spPr>
          <a:xfrm xmlns:a="http://schemas.openxmlformats.org/drawingml/2006/main">
            <a:off x="832104" y="5294376"/>
            <a:ext cx="4892040" cy="402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0">
                <a:solidFill>
                  <a:srgbClr val="0C3850"/>
                </a:solidFill>
                <a:latin typeface="Arial"/>
                <a:ea typeface="Arial"/>
                <a:cs typeface="Arial"/>
              </a:rPr>
              <a:t>PS Category: Software</a:t>
            </a:r>
            <a:endParaRPr/>
          </a:p>
        </p:txBody>
      </p:sp>
      <p:sp>
        <p:nvSpPr>
          <p:cNvPr id="100" name="Google Shape;100;p1">
            <a:extLst xmlns:a="http://schemas.openxmlformats.org/drawingml/2006/main">
              <a:ext uri="{FF2B5EF4-FFF2-40B4-BE49-F238E27FC236}">
                <a16:creationId xmlns:a16="http://schemas.microsoft.com/office/drawing/2014/main" id="{C628BC15-3EDF-4AB4-B9AF-F8FD4F7B72B6}"/>
              </a:ext>
            </a:extLst>
          </p:cNvPr>
          <p:cNvSpPr>
            <a:spLocks xmlns:a="http://schemas.openxmlformats.org/drawingml/2006/main" noGrp="1"/>
          </p:cNvSpPr>
          <p:nvPr/>
        </p:nvSpPr>
        <p:spPr>
          <a:xfrm xmlns:a="http://schemas.openxmlformats.org/drawingml/2006/main">
            <a:off x="6053328" y="4270248"/>
            <a:ext cx="5184648" cy="402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0">
                <a:solidFill>
                  <a:srgbClr val="0C3850"/>
                </a:solidFill>
                <a:latin typeface="Arial"/>
                <a:ea typeface="Arial"/>
                <a:cs typeface="Arial"/>
              </a:rPr>
              <a:t>Theme: AI-enabled healthcare</a:t>
            </a:r>
            <a:endParaRPr/>
          </a:p>
        </p:txBody>
      </p:sp>
      <p:sp>
        <p:nvSpPr>
          <p:cNvPr id="101" name="Google Shape;101;p1">
            <a:extLst xmlns:a="http://schemas.openxmlformats.org/drawingml/2006/main">
              <a:ext uri="{FF2B5EF4-FFF2-40B4-BE49-F238E27FC236}">
                <a16:creationId xmlns:a16="http://schemas.microsoft.com/office/drawing/2014/main" id="{183C645E-DE8B-44E0-867B-C9C9A9EEC277}"/>
              </a:ext>
            </a:extLst>
          </p:cNvPr>
          <p:cNvSpPr>
            <a:spLocks xmlns:a="http://schemas.openxmlformats.org/drawingml/2006/main" noGrp="1"/>
          </p:cNvSpPr>
          <p:nvPr/>
        </p:nvSpPr>
        <p:spPr>
          <a:xfrm xmlns:a="http://schemas.openxmlformats.org/drawingml/2006/main">
            <a:off x="6053328" y="4782312"/>
            <a:ext cx="5184648" cy="402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0">
                <a:solidFill>
                  <a:srgbClr val="0C3850"/>
                </a:solidFill>
                <a:latin typeface="Arial"/>
                <a:ea typeface="Arial"/>
                <a:cs typeface="Arial"/>
              </a:rPr>
              <a:t>Team: </a:t>
            </a:r>
            <a:r>
              <a:rPr sz="2400">
                <a:solidFill>
                  <a:srgbClr val="0C3850"/>
                </a:solidFill>
                <a:latin typeface="Arial"/>
                <a:ea typeface="Arial"/>
                <a:cs typeface="Arial"/>
              </a:rPr>
              <a:t>Rujal Raj</a:t>
            </a:r>
            <a:r>
              <a:rPr sz="2400" b="0">
                <a:solidFill>
                  <a:srgbClr val="0C3850"/>
                </a:solidFill>
                <a:latin typeface="Arial"/>
                <a:ea typeface="Arial"/>
                <a:cs typeface="Arial"/>
              </a:rPr>
              <a:t> Singh</a:t>
            </a:r>
            <a:endParaRPr/>
          </a:p>
        </p:txBody>
      </p:sp>
      <p:sp>
        <p:nvSpPr>
          <p:cNvPr id="102" name="Google Shape;102;p1">
            <a:extLst xmlns:a="http://schemas.openxmlformats.org/drawingml/2006/main">
              <a:ext uri="{FF2B5EF4-FFF2-40B4-BE49-F238E27FC236}">
                <a16:creationId xmlns:a16="http://schemas.microsoft.com/office/drawing/2014/main" id="{3B02B167-DE7B-4DD6-B426-2E111C1C5F6E}"/>
              </a:ext>
            </a:extLst>
          </p:cNvPr>
          <p:cNvSpPr>
            <a:spLocks xmlns:a="http://schemas.openxmlformats.org/drawingml/2006/main" noGrp="1"/>
          </p:cNvSpPr>
          <p:nvPr/>
        </p:nvSpPr>
        <p:spPr>
          <a:xfrm xmlns:a="http://schemas.openxmlformats.org/drawingml/2006/main">
            <a:off x="6053328" y="5294376"/>
            <a:ext cx="5184648" cy="402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spcBef>
                <a:spcPts val="0"/>
              </a:spcBef>
              <a:spcAft>
                <a:spcPts val="0"/>
              </a:spcAft>
              <a:buNone/>
            </a:pPr>
            <a:r>
              <a:rPr sz="2400" b="1">
                <a:solidFill>
                  <a:schemeClr val="dk1"/>
                </a:solidFill>
                <a:latin typeface="Arial"/>
                <a:ea typeface="Arial"/>
                <a:cs typeface="Arial"/>
              </a:rPr>
              <a:t>Team ID: AAYU-J9F7</a:t>
            </a:r>
            <a:endParaRPr sz="2400" b="1">
              <a:solidFill>
                <a:schemeClr val="dk1"/>
              </a:solidFill>
              <a:latin typeface="Arial"/>
              <a:ea typeface="Arial"/>
              <a:cs typeface="Arial"/>
            </a:endParaRPr>
          </a:p>
        </p:txBody>
      </p:sp>
      <p:sp>
        <p:nvSpPr>
          <p:cNvPr id="103" name="prototype-status">
            <a:extLst xmlns:a="http://schemas.openxmlformats.org/drawingml/2006/main">
              <a:ext uri="{FF2B5EF4-FFF2-40B4-BE49-F238E27FC236}">
                <a16:creationId xmlns:a16="http://schemas.microsoft.com/office/drawing/2014/main" id="{50C5327F-D326-4363-8886-0DC03505D81A}"/>
              </a:ext>
            </a:extLst>
          </p:cNvPr>
          <p:cNvSpPr>
            <a:spLocks xmlns:a="http://schemas.openxmlformats.org/drawingml/2006/main" noGrp="1"/>
          </p:cNvSpPr>
          <p:nvPr/>
        </p:nvSpPr>
        <p:spPr>
          <a:xfrm xmlns:a="http://schemas.openxmlformats.org/drawingml/2006/main">
            <a:off x="2466975" y="6400800"/>
            <a:ext cx="72485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456170"/>
                </a:solidFill>
                <a:latin typeface="Arial"/>
                <a:ea typeface="Arial"/>
                <a:cs typeface="Arial"/>
              </a:defRPr>
            </a:defPPr>
          </a:lstStyle>
          <a:p xmlns:a="http://schemas.openxmlformats.org/drawingml/2006/main">
            <a:pPr>
              <a:defRPr sz="1650" b="0">
                <a:solidFill>
                  <a:srgbClr val="456170"/>
                </a:solidFill>
                <a:latin typeface="Arial"/>
                <a:ea typeface="Arial"/>
                <a:cs typeface="Arial"/>
              </a:defRPr>
            </a:pPr>
            <a:r>
              <a:rPr sz="1650" b="0">
                <a:solidFill>
                  <a:srgbClr val="456170"/>
                </a:solidFill>
                <a:latin typeface="Arial"/>
                <a:ea typeface="Arial"/>
                <a:cs typeface="Arial"/>
              </a:rPr>
              <a:t>Live Groq integration • Synthetic data • Clinical validation pending</a:t>
            </a:r>
          </a:p>
        </p:txBody>
      </p:sp>
    </p:spTree>
    <p:extLst>
      <p:ext uri="{BB962C8B-B14F-4D97-AF65-F5344CB8AC3E}">
        <p14:creationId xmlns:p14="http://schemas.microsoft.com/office/powerpoint/2010/main" val="117314392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08" name="Google Shape;108;p2">
            <a:extLst xmlns:a="http://schemas.openxmlformats.org/drawingml/2006/main">
              <a:ext uri="{FF2B5EF4-FFF2-40B4-BE49-F238E27FC236}">
                <a16:creationId xmlns:a16="http://schemas.microsoft.com/office/drawing/2014/main" id="{6208A359-C737-4659-B56A-201F4E0BD8D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24b12c6b53e4a96">
            <a:alphaModFix/>
          </a:blip>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109" name="Google Shape;109;p2">
            <a:extLst xmlns:a="http://schemas.openxmlformats.org/drawingml/2006/main">
              <a:ext uri="{FF2B5EF4-FFF2-40B4-BE49-F238E27FC236}">
                <a16:creationId xmlns:a16="http://schemas.microsoft.com/office/drawing/2014/main" id="{AB1BA52B-51A6-4E0C-AA11-2DBFAEC83A79}"/>
              </a:ext>
            </a:extLst>
          </p:cNvPr>
          <p:cNvSpPr>
            <a:spLocks xmlns:a="http://schemas.openxmlformats.org/drawingml/2006/main" noGrp="1"/>
          </p:cNvSpPr>
          <p:nvPr/>
        </p:nvSpPr>
        <p:spPr>
          <a:xfrm xmlns:a="http://schemas.openxmlformats.org/drawingml/2006/main">
            <a:off x="603504" y="402336"/>
            <a:ext cx="64008" cy="256032"/>
          </a:xfrm>
          <a:prstGeom xmlns:a="http://schemas.openxmlformats.org/drawingml/2006/main" prst="rect">
            <a:avLst/>
          </a:prstGeom>
          <a:solidFill xmlns:a="http://schemas.openxmlformats.org/drawingml/2006/main">
            <a:srgbClr val="EF7138"/>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10" name="Google Shape;110;p2">
            <a:extLst xmlns:a="http://schemas.openxmlformats.org/drawingml/2006/main">
              <a:ext uri="{FF2B5EF4-FFF2-40B4-BE49-F238E27FC236}">
                <a16:creationId xmlns:a16="http://schemas.microsoft.com/office/drawing/2014/main" id="{91C0F5FC-2182-4444-9003-B22797A39E4A}"/>
              </a:ext>
            </a:extLst>
          </p:cNvPr>
          <p:cNvSpPr>
            <a:spLocks xmlns:a="http://schemas.openxmlformats.org/drawingml/2006/main" noGrp="1"/>
          </p:cNvSpPr>
          <p:nvPr/>
        </p:nvSpPr>
        <p:spPr>
          <a:xfrm xmlns:a="http://schemas.openxmlformats.org/drawingml/2006/main">
            <a:off x="795528" y="320040"/>
            <a:ext cx="9052560"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1">
                <a:solidFill>
                  <a:srgbClr val="007B80"/>
                </a:solidFill>
                <a:latin typeface="Arial"/>
                <a:ea typeface="Arial"/>
                <a:cs typeface="Arial"/>
              </a:rPr>
              <a:t>THE OPD PROBLEM</a:t>
            </a:r>
            <a:endParaRPr/>
          </a:p>
        </p:txBody>
      </p:sp>
      <p:sp>
        <p:nvSpPr>
          <p:cNvPr id="111" name="Google Shape;111;p2">
            <a:extLst xmlns:a="http://schemas.openxmlformats.org/drawingml/2006/main">
              <a:ext uri="{FF2B5EF4-FFF2-40B4-BE49-F238E27FC236}">
                <a16:creationId xmlns:a16="http://schemas.microsoft.com/office/drawing/2014/main" id="{154BA14A-0836-455C-869A-E350621D98CB}"/>
              </a:ext>
            </a:extLst>
          </p:cNvPr>
          <p:cNvSpPr>
            <a:spLocks xmlns:a="http://schemas.openxmlformats.org/drawingml/2006/main" noGrp="1"/>
          </p:cNvSpPr>
          <p:nvPr/>
        </p:nvSpPr>
        <p:spPr>
          <a:xfrm xmlns:a="http://schemas.openxmlformats.org/drawingml/2006/main">
            <a:off x="603504" y="886968"/>
            <a:ext cx="9235440" cy="6126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775"/>
            </a:defPPr>
          </a:lstStyle>
          <a:p xmlns:a="http://schemas.openxmlformats.org/drawingml/2006/main">
            <a:pPr marL="0" marR="0" lvl="0" indent="0" algn="l">
              <a:spcBef>
                <a:spcPts val="0"/>
              </a:spcBef>
              <a:spcAft>
                <a:spcPts val="0"/>
              </a:spcAft>
              <a:buNone/>
              <a:defRPr sz="2775"/>
            </a:pPr>
            <a:r>
              <a:rPr sz="2775">
                <a:solidFill>
                  <a:schemeClr val="dk1"/>
                </a:solidFill>
                <a:latin typeface="Arial"/>
                <a:ea typeface="Arial"/>
                <a:cs typeface="Arial"/>
              </a:rPr>
              <a:t>Same token. A queue that responds to urgency.</a:t>
            </a:r>
            <a:endParaRPr/>
          </a:p>
        </p:txBody>
      </p:sp>
      <p:sp>
        <p:nvSpPr>
          <p:cNvPr id="112" name="Google Shape;112;p2">
            <a:extLst xmlns:a="http://schemas.openxmlformats.org/drawingml/2006/main">
              <a:ext uri="{FF2B5EF4-FFF2-40B4-BE49-F238E27FC236}">
                <a16:creationId xmlns:a16="http://schemas.microsoft.com/office/drawing/2014/main" id="{930DA915-73F8-4EAE-A8AE-73AB83938DEC}"/>
              </a:ext>
            </a:extLst>
          </p:cNvPr>
          <p:cNvSpPr>
            <a:spLocks xmlns:a="http://schemas.openxmlformats.org/drawingml/2006/main" noGrp="1"/>
          </p:cNvSpPr>
          <p:nvPr/>
        </p:nvSpPr>
        <p:spPr>
          <a:xfrm xmlns:a="http://schemas.openxmlformats.org/drawingml/2006/main">
            <a:off x="603504" y="6364224"/>
            <a:ext cx="16459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025"/>
            </a:defPPr>
          </a:lstStyle>
          <a:p xmlns:a="http://schemas.openxmlformats.org/drawingml/2006/main">
            <a:pPr marL="0" marR="0" lvl="0" indent="0" algn="l">
              <a:lnSpc>
                <a:spcPct val="105000"/>
              </a:lnSpc>
              <a:spcBef>
                <a:spcPts val="0"/>
              </a:spcBef>
              <a:spcAft>
                <a:spcPts val="0"/>
              </a:spcAft>
              <a:buNone/>
              <a:defRPr sz="2025"/>
            </a:pPr>
            <a:r>
              <a:rPr sz="2025" b="0">
                <a:solidFill>
                  <a:srgbClr val="456170"/>
                </a:solidFill>
                <a:latin typeface="Arial"/>
                <a:ea typeface="Arial"/>
                <a:cs typeface="Arial"/>
              </a:rPr>
              <a:t>02 / 10</a:t>
            </a:r>
            <a:endParaRPr/>
          </a:p>
        </p:txBody>
      </p:sp>
      <p:sp>
        <p:nvSpPr>
          <p:cNvPr id="113" name="Google Shape;113;p2">
            <a:extLst xmlns:a="http://schemas.openxmlformats.org/drawingml/2006/main">
              <a:ext uri="{FF2B5EF4-FFF2-40B4-BE49-F238E27FC236}">
                <a16:creationId xmlns:a16="http://schemas.microsoft.com/office/drawing/2014/main" id="{6F9055F7-8D07-469B-8487-92930C9FD982}"/>
              </a:ext>
            </a:extLst>
          </p:cNvPr>
          <p:cNvSpPr>
            <a:spLocks xmlns:a="http://schemas.openxmlformats.org/drawingml/2006/main" noGrp="1"/>
          </p:cNvSpPr>
          <p:nvPr/>
        </p:nvSpPr>
        <p:spPr>
          <a:xfrm xmlns:a="http://schemas.openxmlformats.org/drawingml/2006/main">
            <a:off x="667512" y="1572768"/>
            <a:ext cx="10881360"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00"/>
            </a:defPPr>
          </a:lstStyle>
          <a:p xmlns:a="http://schemas.openxmlformats.org/drawingml/2006/main">
            <a:pPr marL="0" marR="0" lvl="0" indent="0" algn="l">
              <a:lnSpc>
                <a:spcPct val="105000"/>
              </a:lnSpc>
              <a:spcBef>
                <a:spcPts val="0"/>
              </a:spcBef>
              <a:spcAft>
                <a:spcPts val="0"/>
              </a:spcAft>
              <a:buNone/>
              <a:defRPr sz="2100"/>
            </a:pPr>
            <a:r>
              <a:rPr sz="2100" b="0">
                <a:solidFill>
                  <a:srgbClr val="456170"/>
                </a:solidFill>
                <a:latin typeface="Arial"/>
                <a:ea typeface="Arial"/>
                <a:cs typeface="Arial"/>
              </a:rPr>
              <a:t>Illustrative T05 scenario • original token numbers stay fixed</a:t>
            </a:r>
            <a:endParaRPr/>
          </a:p>
        </p:txBody>
      </p:sp>
      <p:sp>
        <p:nvSpPr>
          <p:cNvPr id="114" name="Google Shape;114;p2">
            <a:extLst xmlns:a="http://schemas.openxmlformats.org/drawingml/2006/main">
              <a:ext uri="{FF2B5EF4-FFF2-40B4-BE49-F238E27FC236}">
                <a16:creationId xmlns:a16="http://schemas.microsoft.com/office/drawing/2014/main" id="{1674CAC6-0AAC-456A-BFB8-F6BCA4CBAA1D}"/>
              </a:ext>
            </a:extLst>
          </p:cNvPr>
          <p:cNvSpPr>
            <a:spLocks xmlns:a="http://schemas.openxmlformats.org/drawingml/2006/main" noGrp="1"/>
          </p:cNvSpPr>
          <p:nvPr/>
        </p:nvSpPr>
        <p:spPr>
          <a:xfrm xmlns:a="http://schemas.openxmlformats.org/drawingml/2006/main">
            <a:off x="649224" y="2148840"/>
            <a:ext cx="4910328" cy="3136392"/>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15" name="Google Shape;115;p2">
            <a:extLst xmlns:a="http://schemas.openxmlformats.org/drawingml/2006/main">
              <a:ext uri="{FF2B5EF4-FFF2-40B4-BE49-F238E27FC236}">
                <a16:creationId xmlns:a16="http://schemas.microsoft.com/office/drawing/2014/main" id="{351E1485-7D00-4C65-9249-D2F90C523EE7}"/>
              </a:ext>
            </a:extLst>
          </p:cNvPr>
          <p:cNvSpPr>
            <a:spLocks xmlns:a="http://schemas.openxmlformats.org/drawingml/2006/main" noGrp="1"/>
          </p:cNvSpPr>
          <p:nvPr/>
        </p:nvSpPr>
        <p:spPr>
          <a:xfrm xmlns:a="http://schemas.openxmlformats.org/drawingml/2006/main">
            <a:off x="6181344" y="2148840"/>
            <a:ext cx="5358384" cy="3136392"/>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16" name="Google Shape;116;p2">
            <a:extLst xmlns:a="http://schemas.openxmlformats.org/drawingml/2006/main">
              <a:ext uri="{FF2B5EF4-FFF2-40B4-BE49-F238E27FC236}">
                <a16:creationId xmlns:a16="http://schemas.microsoft.com/office/drawing/2014/main" id="{3D93E172-FC8B-49F7-85BF-06C79534CE92}"/>
              </a:ext>
            </a:extLst>
          </p:cNvPr>
          <p:cNvSpPr>
            <a:spLocks xmlns:a="http://schemas.openxmlformats.org/drawingml/2006/main" noGrp="1"/>
          </p:cNvSpPr>
          <p:nvPr/>
        </p:nvSpPr>
        <p:spPr>
          <a:xfrm xmlns:a="http://schemas.openxmlformats.org/drawingml/2006/main">
            <a:off x="859536" y="2304288"/>
            <a:ext cx="4480560" cy="4297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600" b="1">
                <a:solidFill>
                  <a:srgbClr val="456170"/>
                </a:solidFill>
                <a:latin typeface="Arial"/>
                <a:ea typeface="Arial"/>
                <a:cs typeface="Arial"/>
              </a:rPr>
              <a:t>CURRENT TOKEN ORDER</a:t>
            </a:r>
            <a:endParaRPr/>
          </a:p>
        </p:txBody>
      </p:sp>
      <p:sp>
        <p:nvSpPr>
          <p:cNvPr id="117" name="Google Shape;117;p2">
            <a:extLst xmlns:a="http://schemas.openxmlformats.org/drawingml/2006/main">
              <a:ext uri="{FF2B5EF4-FFF2-40B4-BE49-F238E27FC236}">
                <a16:creationId xmlns:a16="http://schemas.microsoft.com/office/drawing/2014/main" id="{024AC3F1-6FF2-493E-A88E-D909C435BD8B}"/>
              </a:ext>
            </a:extLst>
          </p:cNvPr>
          <p:cNvSpPr>
            <a:spLocks xmlns:a="http://schemas.openxmlformats.org/drawingml/2006/main" noGrp="1"/>
          </p:cNvSpPr>
          <p:nvPr/>
        </p:nvSpPr>
        <p:spPr>
          <a:xfrm xmlns:a="http://schemas.openxmlformats.org/drawingml/2006/main">
            <a:off x="6409944" y="2304288"/>
            <a:ext cx="4882896" cy="4297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600" b="1">
                <a:solidFill>
                  <a:srgbClr val="0C3850"/>
                </a:solidFill>
                <a:latin typeface="Arial"/>
                <a:ea typeface="Arial"/>
                <a:cs typeface="Arial"/>
              </a:rPr>
              <a:t>OPD RAQ AIA </a:t>
            </a:r>
            <a:r>
              <a:rPr sz="2600" b="1">
                <a:solidFill>
                  <a:srgbClr val="007B80"/>
                </a:solidFill>
                <a:latin typeface="Arial"/>
                <a:ea typeface="Arial"/>
                <a:cs typeface="Arial"/>
              </a:rPr>
              <a:t>SUGGESTS</a:t>
            </a:r>
            <a:endParaRPr/>
          </a:p>
        </p:txBody>
      </p:sp>
      <p:sp>
        <p:nvSpPr>
          <p:cNvPr id="118" name="Google Shape;118;p2">
            <a:extLst xmlns:a="http://schemas.openxmlformats.org/drawingml/2006/main">
              <a:ext uri="{FF2B5EF4-FFF2-40B4-BE49-F238E27FC236}">
                <a16:creationId xmlns:a16="http://schemas.microsoft.com/office/drawing/2014/main" id="{6E71A5A1-6349-4673-B2A6-CB49DE6A2A9C}"/>
              </a:ext>
            </a:extLst>
          </p:cNvPr>
          <p:cNvSpPr>
            <a:spLocks xmlns:a="http://schemas.openxmlformats.org/drawingml/2006/main" noGrp="1"/>
          </p:cNvSpPr>
          <p:nvPr/>
        </p:nvSpPr>
        <p:spPr>
          <a:xfrm xmlns:a="http://schemas.openxmlformats.org/drawingml/2006/main">
            <a:off x="896112" y="2871216"/>
            <a:ext cx="749808" cy="530352"/>
          </a:xfrm>
          <a:prstGeom xmlns:a="http://schemas.openxmlformats.org/drawingml/2006/main" prst="roundRect">
            <a:avLst>
              <a:gd name="adj" fmla="val 12000"/>
            </a:avLst>
          </a:prstGeom>
          <a:solidFill xmlns:a="http://schemas.openxmlformats.org/drawingml/2006/main">
            <a:srgbClr val="0C3850"/>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19" name="Google Shape;119;p2">
            <a:extLst xmlns:a="http://schemas.openxmlformats.org/drawingml/2006/main">
              <a:ext uri="{FF2B5EF4-FFF2-40B4-BE49-F238E27FC236}">
                <a16:creationId xmlns:a16="http://schemas.microsoft.com/office/drawing/2014/main" id="{225784B3-9D79-4B96-B8ED-FBC87A8CE284}"/>
              </a:ext>
            </a:extLst>
          </p:cNvPr>
          <p:cNvSpPr>
            <a:spLocks xmlns:a="http://schemas.openxmlformats.org/drawingml/2006/main" noGrp="1"/>
          </p:cNvSpPr>
          <p:nvPr/>
        </p:nvSpPr>
        <p:spPr>
          <a:xfrm xmlns:a="http://schemas.openxmlformats.org/drawingml/2006/main">
            <a:off x="932688" y="2884932"/>
            <a:ext cx="676656" cy="5029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ctr">
              <a:lnSpc>
                <a:spcPct val="105000"/>
              </a:lnSpc>
              <a:spcBef>
                <a:spcPts val="0"/>
              </a:spcBef>
              <a:spcAft>
                <a:spcPts val="0"/>
              </a:spcAft>
              <a:buNone/>
            </a:pPr>
            <a:r>
              <a:rPr sz="2800" b="1">
                <a:solidFill>
                  <a:srgbClr val="FFFFFF"/>
                </a:solidFill>
                <a:latin typeface="Arial"/>
                <a:ea typeface="Arial"/>
                <a:cs typeface="Arial"/>
              </a:rPr>
              <a:t>23</a:t>
            </a:r>
            <a:endParaRPr/>
          </a:p>
        </p:txBody>
      </p:sp>
      <p:sp>
        <p:nvSpPr>
          <p:cNvPr id="120" name="Google Shape;120;p2">
            <a:extLst xmlns:a="http://schemas.openxmlformats.org/drawingml/2006/main">
              <a:ext uri="{FF2B5EF4-FFF2-40B4-BE49-F238E27FC236}">
                <a16:creationId xmlns:a16="http://schemas.microsoft.com/office/drawing/2014/main" id="{DFB06875-9DAB-4BC2-8AFB-BAFA5CC752E0}"/>
              </a:ext>
            </a:extLst>
          </p:cNvPr>
          <p:cNvSpPr>
            <a:spLocks xmlns:a="http://schemas.openxmlformats.org/drawingml/2006/main" noGrp="1"/>
          </p:cNvSpPr>
          <p:nvPr/>
        </p:nvSpPr>
        <p:spPr>
          <a:xfrm xmlns:a="http://schemas.openxmlformats.org/drawingml/2006/main">
            <a:off x="1819656" y="2852928"/>
            <a:ext cx="3438144"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500" b="1">
                <a:solidFill>
                  <a:srgbClr val="0C3850"/>
                </a:solidFill>
                <a:latin typeface="Arial"/>
                <a:ea typeface="Arial"/>
                <a:cs typeface="Arial"/>
              </a:rPr>
              <a:t>Routine thyroid refill </a:t>
            </a:r>
            <a:endParaRPr sz="2500" b="1">
              <a:solidFill>
                <a:srgbClr val="0C3850"/>
              </a:solidFill>
              <a:latin typeface="Arial"/>
              <a:ea typeface="Arial"/>
              <a:cs typeface="Arial"/>
            </a:endParaRPr>
          </a:p>
        </p:txBody>
      </p:sp>
      <p:sp>
        <p:nvSpPr>
          <p:cNvPr id="121" name="Google Shape;121;p2">
            <a:extLst xmlns:a="http://schemas.openxmlformats.org/drawingml/2006/main">
              <a:ext uri="{FF2B5EF4-FFF2-40B4-BE49-F238E27FC236}">
                <a16:creationId xmlns:a16="http://schemas.microsoft.com/office/drawing/2014/main" id="{A7A3B2BF-E952-4E37-99DA-0FEB1FE21E93}"/>
              </a:ext>
            </a:extLst>
          </p:cNvPr>
          <p:cNvSpPr>
            <a:spLocks xmlns:a="http://schemas.openxmlformats.org/drawingml/2006/main" noGrp="1"/>
          </p:cNvSpPr>
          <p:nvPr/>
        </p:nvSpPr>
        <p:spPr>
          <a:xfrm xmlns:a="http://schemas.openxmlformats.org/drawingml/2006/main">
            <a:off x="896112" y="3730752"/>
            <a:ext cx="749808" cy="530352"/>
          </a:xfrm>
          <a:prstGeom xmlns:a="http://schemas.openxmlformats.org/drawingml/2006/main" prst="roundRect">
            <a:avLst>
              <a:gd name="adj" fmla="val 12000"/>
            </a:avLst>
          </a:prstGeom>
          <a:solidFill xmlns:a="http://schemas.openxmlformats.org/drawingml/2006/main">
            <a:srgbClr val="B62935"/>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22" name="Google Shape;122;p2">
            <a:extLst xmlns:a="http://schemas.openxmlformats.org/drawingml/2006/main">
              <a:ext uri="{FF2B5EF4-FFF2-40B4-BE49-F238E27FC236}">
                <a16:creationId xmlns:a16="http://schemas.microsoft.com/office/drawing/2014/main" id="{34914B1B-F1DC-44A0-A916-E96796F777AB}"/>
              </a:ext>
            </a:extLst>
          </p:cNvPr>
          <p:cNvSpPr>
            <a:spLocks xmlns:a="http://schemas.openxmlformats.org/drawingml/2006/main" noGrp="1"/>
          </p:cNvSpPr>
          <p:nvPr/>
        </p:nvSpPr>
        <p:spPr>
          <a:xfrm xmlns:a="http://schemas.openxmlformats.org/drawingml/2006/main">
            <a:off x="932688" y="3744468"/>
            <a:ext cx="676656" cy="5029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ctr">
              <a:lnSpc>
                <a:spcPct val="105000"/>
              </a:lnSpc>
              <a:spcBef>
                <a:spcPts val="0"/>
              </a:spcBef>
              <a:spcAft>
                <a:spcPts val="0"/>
              </a:spcAft>
              <a:buNone/>
            </a:pPr>
            <a:r>
              <a:rPr sz="2800" b="1">
                <a:solidFill>
                  <a:srgbClr val="FFFFFF"/>
                </a:solidFill>
                <a:latin typeface="Arial"/>
                <a:ea typeface="Arial"/>
                <a:cs typeface="Arial"/>
              </a:rPr>
              <a:t>87</a:t>
            </a:r>
            <a:endParaRPr/>
          </a:p>
        </p:txBody>
      </p:sp>
      <p:sp>
        <p:nvSpPr>
          <p:cNvPr id="123" name="Google Shape;123;p2">
            <a:extLst xmlns:a="http://schemas.openxmlformats.org/drawingml/2006/main">
              <a:ext uri="{FF2B5EF4-FFF2-40B4-BE49-F238E27FC236}">
                <a16:creationId xmlns:a16="http://schemas.microsoft.com/office/drawing/2014/main" id="{B8CA5BBE-55E0-4D1B-8DED-D9F72C6CFE24}"/>
              </a:ext>
            </a:extLst>
          </p:cNvPr>
          <p:cNvSpPr>
            <a:spLocks xmlns:a="http://schemas.openxmlformats.org/drawingml/2006/main" noGrp="1"/>
          </p:cNvSpPr>
          <p:nvPr/>
        </p:nvSpPr>
        <p:spPr>
          <a:xfrm xmlns:a="http://schemas.openxmlformats.org/drawingml/2006/main">
            <a:off x="1819656" y="3666744"/>
            <a:ext cx="3429000" cy="868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600" b="1">
                <a:solidFill>
                  <a:srgbClr val="B62935"/>
                </a:solidFill>
                <a:latin typeface="Arial"/>
                <a:ea typeface="Arial"/>
                <a:cs typeface="Arial"/>
              </a:rPr>
              <a:t>Chest tightness</a:t>
            </a:r>
            <a:endParaRPr/>
          </a:p>
          <a:p xmlns:a="http://schemas.openxmlformats.org/drawingml/2006/main">
            <a:pPr marL="0" marR="0" lvl="0" indent="0" algn="l">
              <a:lnSpc>
                <a:spcPct val="105000"/>
              </a:lnSpc>
              <a:spcBef>
                <a:spcPts val="0"/>
              </a:spcBef>
              <a:spcAft>
                <a:spcPts val="0"/>
              </a:spcAft>
              <a:buNone/>
            </a:pPr>
            <a:r>
              <a:rPr sz="2600" b="1">
                <a:solidFill>
                  <a:srgbClr val="B62935"/>
                </a:solidFill>
                <a:latin typeface="Arial"/>
                <a:ea typeface="Arial"/>
                <a:cs typeface="Arial"/>
              </a:rPr>
              <a:t>+ sweating</a:t>
            </a:r>
            <a:endParaRPr/>
          </a:p>
        </p:txBody>
      </p:sp>
      <p:sp>
        <p:nvSpPr>
          <p:cNvPr id="124" name="Google Shape;124;p2">
            <a:extLst xmlns:a="http://schemas.openxmlformats.org/drawingml/2006/main">
              <a:ext uri="{FF2B5EF4-FFF2-40B4-BE49-F238E27FC236}">
                <a16:creationId xmlns:a16="http://schemas.microsoft.com/office/drawing/2014/main" id="{C3BDA9B1-42D3-4B02-8715-1494B535578E}"/>
              </a:ext>
            </a:extLst>
          </p:cNvPr>
          <p:cNvSpPr>
            <a:spLocks xmlns:a="http://schemas.openxmlformats.org/drawingml/2006/main" noGrp="1"/>
          </p:cNvSpPr>
          <p:nvPr/>
        </p:nvSpPr>
        <p:spPr>
          <a:xfrm xmlns:a="http://schemas.openxmlformats.org/drawingml/2006/main">
            <a:off x="1819656" y="4654296"/>
            <a:ext cx="34290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0">
                <a:solidFill>
                  <a:srgbClr val="16374A"/>
                </a:solidFill>
                <a:latin typeface="Arial"/>
                <a:ea typeface="Arial"/>
                <a:cs typeface="Arial"/>
              </a:rPr>
              <a:t>60-year-old man</a:t>
            </a:r>
            <a:endParaRPr/>
          </a:p>
        </p:txBody>
      </p:sp>
      <p:cxnSp>
        <p:nvCxnSpPr>
          <p:cNvPr id="125" name="Google Shape;125;p2">
            <a:extLst xmlns:a="http://schemas.openxmlformats.org/drawingml/2006/main">
              <a:ext uri="{FF2B5EF4-FFF2-40B4-BE49-F238E27FC236}">
                <a16:creationId xmlns:a16="http://schemas.microsoft.com/office/drawing/2014/main" id="{EFA8451E-6187-489F-9D7C-8231DD6DA3CE}"/>
              </a:ext>
            </a:extLst>
          </p:cNvPr>
          <p:cNvCxnSpPr/>
          <p:nvPr/>
        </p:nvCxnSpPr>
        <p:spPr>
          <a:xfrm xmlns:a="http://schemas.openxmlformats.org/drawingml/2006/main">
            <a:off x="5632704" y="3721608"/>
            <a:ext cx="429768" cy="0"/>
          </a:xfrm>
          <a:prstGeom xmlns:a="http://schemas.openxmlformats.org/drawingml/2006/main" prst="straightConnector1">
            <a:avLst/>
          </a:prstGeom>
          <a:ln xmlns:a="http://schemas.openxmlformats.org/drawingml/2006/main" w="35550" cap="flat">
            <a:solidFill>
              <a:srgbClr val="007B80"/>
            </a:solidFill>
            <a:prstDash val="solid"/>
            <a:miter/>
            <a:headEnd type="none" w="sm" len="sm"/>
            <a:tailEnd type="triangle" w="sm" len="sm"/>
          </a:ln>
        </p:spPr>
      </p:cxnSp>
      <p:sp>
        <p:nvSpPr>
          <p:cNvPr id="126" name="Google Shape;126;p2">
            <a:extLst xmlns:a="http://schemas.openxmlformats.org/drawingml/2006/main">
              <a:ext uri="{FF2B5EF4-FFF2-40B4-BE49-F238E27FC236}">
                <a16:creationId xmlns:a16="http://schemas.microsoft.com/office/drawing/2014/main" id="{504BB78F-1D76-4EB1-88A0-011D835D8A23}"/>
              </a:ext>
            </a:extLst>
          </p:cNvPr>
          <p:cNvSpPr>
            <a:spLocks xmlns:a="http://schemas.openxmlformats.org/drawingml/2006/main" noGrp="1"/>
          </p:cNvSpPr>
          <p:nvPr/>
        </p:nvSpPr>
        <p:spPr>
          <a:xfrm xmlns:a="http://schemas.openxmlformats.org/drawingml/2006/main">
            <a:off x="6428232" y="2871216"/>
            <a:ext cx="749808" cy="530352"/>
          </a:xfrm>
          <a:prstGeom xmlns:a="http://schemas.openxmlformats.org/drawingml/2006/main" prst="roundRect">
            <a:avLst>
              <a:gd name="adj" fmla="val 12000"/>
            </a:avLst>
          </a:prstGeom>
          <a:solidFill xmlns:a="http://schemas.openxmlformats.org/drawingml/2006/main">
            <a:srgbClr val="B62935"/>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27" name="Google Shape;127;p2">
            <a:extLst xmlns:a="http://schemas.openxmlformats.org/drawingml/2006/main">
              <a:ext uri="{FF2B5EF4-FFF2-40B4-BE49-F238E27FC236}">
                <a16:creationId xmlns:a16="http://schemas.microsoft.com/office/drawing/2014/main" id="{04F42528-7257-4729-82A3-86D78DFEB078}"/>
              </a:ext>
            </a:extLst>
          </p:cNvPr>
          <p:cNvSpPr>
            <a:spLocks xmlns:a="http://schemas.openxmlformats.org/drawingml/2006/main" noGrp="1"/>
          </p:cNvSpPr>
          <p:nvPr/>
        </p:nvSpPr>
        <p:spPr>
          <a:xfrm xmlns:a="http://schemas.openxmlformats.org/drawingml/2006/main">
            <a:off x="6464808" y="2884932"/>
            <a:ext cx="676656" cy="5029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ctr">
              <a:lnSpc>
                <a:spcPct val="105000"/>
              </a:lnSpc>
              <a:spcBef>
                <a:spcPts val="0"/>
              </a:spcBef>
              <a:spcAft>
                <a:spcPts val="0"/>
              </a:spcAft>
              <a:buNone/>
            </a:pPr>
            <a:r>
              <a:rPr sz="2800" b="1">
                <a:solidFill>
                  <a:srgbClr val="FFFFFF"/>
                </a:solidFill>
                <a:latin typeface="Arial"/>
                <a:ea typeface="Arial"/>
                <a:cs typeface="Arial"/>
              </a:rPr>
              <a:t>87</a:t>
            </a:r>
            <a:endParaRPr/>
          </a:p>
        </p:txBody>
      </p:sp>
      <p:sp>
        <p:nvSpPr>
          <p:cNvPr id="128" name="Google Shape;128;p2">
            <a:extLst xmlns:a="http://schemas.openxmlformats.org/drawingml/2006/main">
              <a:ext uri="{FF2B5EF4-FFF2-40B4-BE49-F238E27FC236}">
                <a16:creationId xmlns:a16="http://schemas.microsoft.com/office/drawing/2014/main" id="{BF050933-7E65-4DA2-9BEC-15DC0CE4B220}"/>
              </a:ext>
            </a:extLst>
          </p:cNvPr>
          <p:cNvSpPr>
            <a:spLocks xmlns:a="http://schemas.openxmlformats.org/drawingml/2006/main" noGrp="1"/>
          </p:cNvSpPr>
          <p:nvPr/>
        </p:nvSpPr>
        <p:spPr>
          <a:xfrm xmlns:a="http://schemas.openxmlformats.org/drawingml/2006/main">
            <a:off x="7388352" y="2898648"/>
            <a:ext cx="3584448" cy="466344"/>
          </a:xfrm>
          <a:prstGeom xmlns:a="http://schemas.openxmlformats.org/drawingml/2006/main" prst="roundRect">
            <a:avLst>
              <a:gd name="adj" fmla="val 12000"/>
            </a:avLst>
          </a:prstGeom>
          <a:solidFill xmlns:a="http://schemas.openxmlformats.org/drawingml/2006/main">
            <a:srgbClr val="B62935"/>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29" name="Google Shape;129;p2">
            <a:extLst xmlns:a="http://schemas.openxmlformats.org/drawingml/2006/main">
              <a:ext uri="{FF2B5EF4-FFF2-40B4-BE49-F238E27FC236}">
                <a16:creationId xmlns:a16="http://schemas.microsoft.com/office/drawing/2014/main" id="{17D4DFBF-F63D-4D58-9735-9363D1896A05}"/>
              </a:ext>
            </a:extLst>
          </p:cNvPr>
          <p:cNvSpPr>
            <a:spLocks xmlns:a="http://schemas.openxmlformats.org/drawingml/2006/main" noGrp="1"/>
          </p:cNvSpPr>
          <p:nvPr/>
        </p:nvSpPr>
        <p:spPr>
          <a:xfrm xmlns:a="http://schemas.openxmlformats.org/drawingml/2006/main">
            <a:off x="7424927" y="2912364"/>
            <a:ext cx="3511296"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ctr">
              <a:lnSpc>
                <a:spcPct val="105000"/>
              </a:lnSpc>
              <a:spcBef>
                <a:spcPts val="0"/>
              </a:spcBef>
              <a:spcAft>
                <a:spcPts val="0"/>
              </a:spcAft>
              <a:buNone/>
            </a:pPr>
            <a:r>
              <a:rPr sz="2600" b="1">
                <a:solidFill>
                  <a:srgbClr val="FFFFFF"/>
                </a:solidFill>
                <a:latin typeface="Arial"/>
                <a:ea typeface="Arial"/>
                <a:cs typeface="Arial"/>
              </a:rPr>
              <a:t>IMMEDIATE</a:t>
            </a:r>
            <a:endParaRPr/>
          </a:p>
        </p:txBody>
      </p:sp>
      <p:sp>
        <p:nvSpPr>
          <p:cNvPr id="130" name="Google Shape;130;p2">
            <a:extLst xmlns:a="http://schemas.openxmlformats.org/drawingml/2006/main">
              <a:ext uri="{FF2B5EF4-FFF2-40B4-BE49-F238E27FC236}">
                <a16:creationId xmlns:a16="http://schemas.microsoft.com/office/drawing/2014/main" id="{91B572CE-724B-4E2A-A1B3-F4FEF575F4B2}"/>
              </a:ext>
            </a:extLst>
          </p:cNvPr>
          <p:cNvSpPr>
            <a:spLocks xmlns:a="http://schemas.openxmlformats.org/drawingml/2006/main" noGrp="1"/>
          </p:cNvSpPr>
          <p:nvPr/>
        </p:nvSpPr>
        <p:spPr>
          <a:xfrm xmlns:a="http://schemas.openxmlformats.org/drawingml/2006/main">
            <a:off x="6428232" y="3602736"/>
            <a:ext cx="4791456" cy="4297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1">
                <a:solidFill>
                  <a:srgbClr val="B62935"/>
                </a:solidFill>
                <a:latin typeface="Arial"/>
                <a:ea typeface="Arial"/>
                <a:cs typeface="Arial"/>
              </a:rPr>
              <a:t>Chest tightness with sweating.</a:t>
            </a:r>
            <a:endParaRPr/>
          </a:p>
        </p:txBody>
      </p:sp>
      <p:sp>
        <p:nvSpPr>
          <p:cNvPr id="131" name="Google Shape;131;p2">
            <a:extLst xmlns:a="http://schemas.openxmlformats.org/drawingml/2006/main">
              <a:ext uri="{FF2B5EF4-FFF2-40B4-BE49-F238E27FC236}">
                <a16:creationId xmlns:a16="http://schemas.microsoft.com/office/drawing/2014/main" id="{3EB3C19E-469B-49DC-A867-7EB4AD9BBD74}"/>
              </a:ext>
            </a:extLst>
          </p:cNvPr>
          <p:cNvSpPr>
            <a:spLocks xmlns:a="http://schemas.openxmlformats.org/drawingml/2006/main" noGrp="1"/>
          </p:cNvSpPr>
          <p:nvPr/>
        </p:nvSpPr>
        <p:spPr>
          <a:xfrm xmlns:a="http://schemas.openxmlformats.org/drawingml/2006/main">
            <a:off x="6428232" y="4078224"/>
            <a:ext cx="4810125" cy="4297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00"/>
            </a:defPPr>
          </a:lstStyle>
          <a:p xmlns:a="http://schemas.openxmlformats.org/drawingml/2006/main">
            <a:pPr marL="0" marR="0" lvl="0" indent="0" algn="l">
              <a:spcBef>
                <a:spcPts val="0"/>
              </a:spcBef>
              <a:spcAft>
                <a:spcPts val="0"/>
              </a:spcAft>
              <a:buNone/>
              <a:defRPr sz="2100"/>
            </a:pPr>
            <a:r>
              <a:rPr sz="2100">
                <a:solidFill>
                  <a:schemeClr val="dk1"/>
                </a:solidFill>
                <a:latin typeface="Arial"/>
                <a:ea typeface="Arial"/>
                <a:cs typeface="Arial"/>
              </a:rPr>
              <a:t>Prompt clinical staff to assess now.</a:t>
            </a:r>
            <a:endParaRPr/>
          </a:p>
        </p:txBody>
      </p:sp>
      <p:sp>
        <p:nvSpPr>
          <p:cNvPr id="132" name="Google Shape;132;p2">
            <a:extLst xmlns:a="http://schemas.openxmlformats.org/drawingml/2006/main">
              <a:ext uri="{FF2B5EF4-FFF2-40B4-BE49-F238E27FC236}">
                <a16:creationId xmlns:a16="http://schemas.microsoft.com/office/drawing/2014/main" id="{00784D76-CC53-4941-B0BB-020A203D3365}"/>
              </a:ext>
            </a:extLst>
          </p:cNvPr>
          <p:cNvSpPr>
            <a:spLocks xmlns:a="http://schemas.openxmlformats.org/drawingml/2006/main" noGrp="1"/>
          </p:cNvSpPr>
          <p:nvPr/>
        </p:nvSpPr>
        <p:spPr>
          <a:xfrm xmlns:a="http://schemas.openxmlformats.org/drawingml/2006/main">
            <a:off x="6428232" y="4654296"/>
            <a:ext cx="749808" cy="438912"/>
          </a:xfrm>
          <a:prstGeom xmlns:a="http://schemas.openxmlformats.org/drawingml/2006/main" prst="roundRect">
            <a:avLst>
              <a:gd name="adj" fmla="val 12000"/>
            </a:avLst>
          </a:prstGeom>
          <a:solidFill xmlns:a="http://schemas.openxmlformats.org/drawingml/2006/main">
            <a:srgbClr val="1E7557"/>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33" name="Google Shape;133;p2">
            <a:extLst xmlns:a="http://schemas.openxmlformats.org/drawingml/2006/main">
              <a:ext uri="{FF2B5EF4-FFF2-40B4-BE49-F238E27FC236}">
                <a16:creationId xmlns:a16="http://schemas.microsoft.com/office/drawing/2014/main" id="{FED5E2C2-0C4F-4DD0-AAF4-2281FC9B27A3}"/>
              </a:ext>
            </a:extLst>
          </p:cNvPr>
          <p:cNvSpPr>
            <a:spLocks xmlns:a="http://schemas.openxmlformats.org/drawingml/2006/main" noGrp="1"/>
          </p:cNvSpPr>
          <p:nvPr/>
        </p:nvSpPr>
        <p:spPr>
          <a:xfrm xmlns:a="http://schemas.openxmlformats.org/drawingml/2006/main">
            <a:off x="6464808" y="4668012"/>
            <a:ext cx="676656" cy="4114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ctr">
              <a:lnSpc>
                <a:spcPct val="105000"/>
              </a:lnSpc>
              <a:spcBef>
                <a:spcPts val="0"/>
              </a:spcBef>
              <a:spcAft>
                <a:spcPts val="0"/>
              </a:spcAft>
              <a:buNone/>
            </a:pPr>
            <a:r>
              <a:rPr sz="2400" b="1">
                <a:solidFill>
                  <a:srgbClr val="FFFFFF"/>
                </a:solidFill>
                <a:latin typeface="Arial"/>
                <a:ea typeface="Arial"/>
                <a:cs typeface="Arial"/>
              </a:rPr>
              <a:t>23</a:t>
            </a:r>
            <a:endParaRPr/>
          </a:p>
        </p:txBody>
      </p:sp>
      <p:sp>
        <p:nvSpPr>
          <p:cNvPr id="134" name="Google Shape;134;p2">
            <a:extLst xmlns:a="http://schemas.openxmlformats.org/drawingml/2006/main">
              <a:ext uri="{FF2B5EF4-FFF2-40B4-BE49-F238E27FC236}">
                <a16:creationId xmlns:a16="http://schemas.microsoft.com/office/drawing/2014/main" id="{135D50E9-CF0E-447A-94CA-6A1DCD0248EF}"/>
              </a:ext>
            </a:extLst>
          </p:cNvPr>
          <p:cNvSpPr>
            <a:spLocks xmlns:a="http://schemas.openxmlformats.org/drawingml/2006/main" noGrp="1"/>
          </p:cNvSpPr>
          <p:nvPr/>
        </p:nvSpPr>
        <p:spPr>
          <a:xfrm xmlns:a="http://schemas.openxmlformats.org/drawingml/2006/main">
            <a:off x="7388352" y="4645152"/>
            <a:ext cx="3584448"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1">
                <a:solidFill>
                  <a:srgbClr val="1E7557"/>
                </a:solidFill>
                <a:latin typeface="Arial"/>
                <a:ea typeface="Arial"/>
                <a:cs typeface="Arial"/>
              </a:rPr>
              <a:t>ROUTINE after review</a:t>
            </a:r>
            <a:endParaRPr/>
          </a:p>
        </p:txBody>
      </p:sp>
      <p:sp>
        <p:nvSpPr>
          <p:cNvPr id="135" name="Google Shape;135;p2">
            <a:extLst xmlns:a="http://schemas.openxmlformats.org/drawingml/2006/main">
              <a:ext uri="{FF2B5EF4-FFF2-40B4-BE49-F238E27FC236}">
                <a16:creationId xmlns:a16="http://schemas.microsoft.com/office/drawing/2014/main" id="{39D91179-CC5E-4A18-B152-13CC92FA1573}"/>
              </a:ext>
            </a:extLst>
          </p:cNvPr>
          <p:cNvSpPr>
            <a:spLocks xmlns:a="http://schemas.openxmlformats.org/drawingml/2006/main" noGrp="1"/>
          </p:cNvSpPr>
          <p:nvPr/>
        </p:nvSpPr>
        <p:spPr>
          <a:xfrm xmlns:a="http://schemas.openxmlformats.org/drawingml/2006/main">
            <a:off x="649224" y="5568696"/>
            <a:ext cx="10890504" cy="521207"/>
          </a:xfrm>
          <a:prstGeom xmlns:a="http://schemas.openxmlformats.org/drawingml/2006/main" prst="roundRect">
            <a:avLst>
              <a:gd name="adj" fmla="val 12000"/>
            </a:avLst>
          </a:prstGeom>
          <a:solidFill xmlns:a="http://schemas.openxmlformats.org/drawingml/2006/main">
            <a:srgbClr val="FFF4E7"/>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36" name="Google Shape;136;p2">
            <a:extLst xmlns:a="http://schemas.openxmlformats.org/drawingml/2006/main">
              <a:ext uri="{FF2B5EF4-FFF2-40B4-BE49-F238E27FC236}">
                <a16:creationId xmlns:a16="http://schemas.microsoft.com/office/drawing/2014/main" id="{1E1CC05D-AF21-44EE-BEBE-6FF54BAF8C4D}"/>
              </a:ext>
            </a:extLst>
          </p:cNvPr>
          <p:cNvSpPr>
            <a:spLocks xmlns:a="http://schemas.openxmlformats.org/drawingml/2006/main" noGrp="1"/>
          </p:cNvSpPr>
          <p:nvPr/>
        </p:nvSpPr>
        <p:spPr>
          <a:xfrm xmlns:a="http://schemas.openxmlformats.org/drawingml/2006/main">
            <a:off x="832104" y="5623560"/>
            <a:ext cx="10515600" cy="3931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400"/>
            </a:defPPr>
          </a:lstStyle>
          <a:p xmlns:a="http://schemas.openxmlformats.org/drawingml/2006/main">
            <a:pPr marL="0" marR="0" lvl="0" indent="0" algn="ctr">
              <a:lnSpc>
                <a:spcPct val="105000"/>
              </a:lnSpc>
              <a:spcBef>
                <a:spcPts val="0"/>
              </a:spcBef>
              <a:spcAft>
                <a:spcPts val="0"/>
              </a:spcAft>
              <a:buNone/>
              <a:defRPr sz="2400"/>
            </a:pPr>
            <a:r>
              <a:rPr sz="2400" b="1">
                <a:solidFill>
                  <a:srgbClr val="0C3850"/>
                </a:solidFill>
                <a:latin typeface="Arial"/>
                <a:ea typeface="Arial"/>
                <a:cs typeface="Arial"/>
              </a:rPr>
              <a:t>Symptoms + recorded vitals → priority + a short reason</a:t>
            </a:r>
            <a:endParaRPr/>
          </a:p>
        </p:txBody>
      </p:sp>
    </p:spTree>
    <p:extLst>
      <p:ext uri="{BB962C8B-B14F-4D97-AF65-F5344CB8AC3E}">
        <p14:creationId xmlns:p14="http://schemas.microsoft.com/office/powerpoint/2010/main" val="34806396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42" name="Google Shape;142;p3">
            <a:extLst xmlns:a="http://schemas.openxmlformats.org/drawingml/2006/main">
              <a:ext uri="{FF2B5EF4-FFF2-40B4-BE49-F238E27FC236}">
                <a16:creationId xmlns:a16="http://schemas.microsoft.com/office/drawing/2014/main" id="{995A9BF7-A855-4DB2-9A40-DDD37421D5B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504484746b848b5">
            <a:alphaModFix/>
          </a:blip>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143" name="Google Shape;143;p3">
            <a:extLst xmlns:a="http://schemas.openxmlformats.org/drawingml/2006/main">
              <a:ext uri="{FF2B5EF4-FFF2-40B4-BE49-F238E27FC236}">
                <a16:creationId xmlns:a16="http://schemas.microsoft.com/office/drawing/2014/main" id="{0769B23D-36F9-40FA-914B-EA1A0F6BE23C}"/>
              </a:ext>
            </a:extLst>
          </p:cNvPr>
          <p:cNvSpPr>
            <a:spLocks xmlns:a="http://schemas.openxmlformats.org/drawingml/2006/main" noGrp="1"/>
          </p:cNvSpPr>
          <p:nvPr/>
        </p:nvSpPr>
        <p:spPr>
          <a:xfrm xmlns:a="http://schemas.openxmlformats.org/drawingml/2006/main">
            <a:off x="603504" y="402336"/>
            <a:ext cx="64008" cy="256032"/>
          </a:xfrm>
          <a:prstGeom xmlns:a="http://schemas.openxmlformats.org/drawingml/2006/main" prst="rect">
            <a:avLst/>
          </a:prstGeom>
          <a:solidFill xmlns:a="http://schemas.openxmlformats.org/drawingml/2006/main">
            <a:srgbClr val="EF7138"/>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44" name="Google Shape;144;p3">
            <a:extLst xmlns:a="http://schemas.openxmlformats.org/drawingml/2006/main">
              <a:ext uri="{FF2B5EF4-FFF2-40B4-BE49-F238E27FC236}">
                <a16:creationId xmlns:a16="http://schemas.microsoft.com/office/drawing/2014/main" id="{D008B863-D84D-4685-93C2-2720B29D23B6}"/>
              </a:ext>
            </a:extLst>
          </p:cNvPr>
          <p:cNvSpPr>
            <a:spLocks xmlns:a="http://schemas.openxmlformats.org/drawingml/2006/main" noGrp="1"/>
          </p:cNvSpPr>
          <p:nvPr/>
        </p:nvSpPr>
        <p:spPr>
          <a:xfrm xmlns:a="http://schemas.openxmlformats.org/drawingml/2006/main">
            <a:off x="795528" y="320040"/>
            <a:ext cx="9052560"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1">
                <a:solidFill>
                  <a:srgbClr val="007B80"/>
                </a:solidFill>
                <a:latin typeface="Arial"/>
                <a:ea typeface="Arial"/>
                <a:cs typeface="Arial"/>
              </a:rPr>
              <a:t>CURRENT WORKFLOW</a:t>
            </a:r>
            <a:endParaRPr/>
          </a:p>
        </p:txBody>
      </p:sp>
      <p:sp>
        <p:nvSpPr>
          <p:cNvPr id="145" name="Google Shape;145;p3">
            <a:extLst xmlns:a="http://schemas.openxmlformats.org/drawingml/2006/main">
              <a:ext uri="{FF2B5EF4-FFF2-40B4-BE49-F238E27FC236}">
                <a16:creationId xmlns:a16="http://schemas.microsoft.com/office/drawing/2014/main" id="{153757B8-04F0-43D9-844E-2E09580CD218}"/>
              </a:ext>
            </a:extLst>
          </p:cNvPr>
          <p:cNvSpPr>
            <a:spLocks xmlns:a="http://schemas.openxmlformats.org/drawingml/2006/main" noGrp="1"/>
          </p:cNvSpPr>
          <p:nvPr/>
        </p:nvSpPr>
        <p:spPr>
          <a:xfrm xmlns:a="http://schemas.openxmlformats.org/drawingml/2006/main">
            <a:off x="603504" y="886968"/>
            <a:ext cx="9235440" cy="6126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3400" b="1">
                <a:solidFill>
                  <a:srgbClr val="0C3850"/>
                </a:solidFill>
                <a:latin typeface="Arial"/>
                <a:ea typeface="Arial"/>
                <a:cs typeface="Arial"/>
              </a:rPr>
              <a:t>From registration to doctor.</a:t>
            </a:r>
            <a:endParaRPr/>
          </a:p>
        </p:txBody>
      </p:sp>
      <p:sp>
        <p:nvSpPr>
          <p:cNvPr id="146" name="Google Shape;146;p3">
            <a:extLst xmlns:a="http://schemas.openxmlformats.org/drawingml/2006/main">
              <a:ext uri="{FF2B5EF4-FFF2-40B4-BE49-F238E27FC236}">
                <a16:creationId xmlns:a16="http://schemas.microsoft.com/office/drawing/2014/main" id="{FDABE7A5-2319-4595-8340-A3E52FB5CB53}"/>
              </a:ext>
            </a:extLst>
          </p:cNvPr>
          <p:cNvSpPr>
            <a:spLocks xmlns:a="http://schemas.openxmlformats.org/drawingml/2006/main" noGrp="1"/>
          </p:cNvSpPr>
          <p:nvPr/>
        </p:nvSpPr>
        <p:spPr>
          <a:xfrm xmlns:a="http://schemas.openxmlformats.org/drawingml/2006/main">
            <a:off x="603504" y="6364224"/>
            <a:ext cx="16459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025"/>
            </a:defPPr>
          </a:lstStyle>
          <a:p xmlns:a="http://schemas.openxmlformats.org/drawingml/2006/main">
            <a:pPr marL="0" marR="0" lvl="0" indent="0" algn="l">
              <a:lnSpc>
                <a:spcPct val="105000"/>
              </a:lnSpc>
              <a:spcBef>
                <a:spcPts val="0"/>
              </a:spcBef>
              <a:spcAft>
                <a:spcPts val="0"/>
              </a:spcAft>
              <a:buNone/>
              <a:defRPr sz="2025"/>
            </a:pPr>
            <a:r>
              <a:rPr sz="2025" b="0">
                <a:solidFill>
                  <a:srgbClr val="456170"/>
                </a:solidFill>
                <a:latin typeface="Arial"/>
                <a:ea typeface="Arial"/>
                <a:cs typeface="Arial"/>
              </a:rPr>
              <a:t>03 / 10</a:t>
            </a:r>
            <a:endParaRPr/>
          </a:p>
        </p:txBody>
      </p:sp>
      <p:sp>
        <p:nvSpPr>
          <p:cNvPr id="147" name="Google Shape;147;p3">
            <a:extLst xmlns:a="http://schemas.openxmlformats.org/drawingml/2006/main">
              <a:ext uri="{FF2B5EF4-FFF2-40B4-BE49-F238E27FC236}">
                <a16:creationId xmlns:a16="http://schemas.microsoft.com/office/drawing/2014/main" id="{9D9E5CC6-02EB-43EB-8CC4-830A70FDABDE}"/>
              </a:ext>
            </a:extLst>
          </p:cNvPr>
          <p:cNvSpPr>
            <a:spLocks xmlns:a="http://schemas.openxmlformats.org/drawingml/2006/main" noGrp="1"/>
          </p:cNvSpPr>
          <p:nvPr/>
        </p:nvSpPr>
        <p:spPr>
          <a:xfrm xmlns:a="http://schemas.openxmlformats.org/drawingml/2006/main">
            <a:off x="640080" y="1856231"/>
            <a:ext cx="3374136" cy="3511296"/>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48" name="Google Shape;148;p3">
            <a:extLst xmlns:a="http://schemas.openxmlformats.org/drawingml/2006/main">
              <a:ext uri="{FF2B5EF4-FFF2-40B4-BE49-F238E27FC236}">
                <a16:creationId xmlns:a16="http://schemas.microsoft.com/office/drawing/2014/main" id="{E15536E2-08F0-47F8-8748-8C6E21073004}"/>
              </a:ext>
            </a:extLst>
          </p:cNvPr>
          <p:cNvSpPr>
            <a:spLocks xmlns:a="http://schemas.openxmlformats.org/drawingml/2006/main" noGrp="1"/>
          </p:cNvSpPr>
          <p:nvPr/>
        </p:nvSpPr>
        <p:spPr>
          <a:xfrm xmlns:a="http://schemas.openxmlformats.org/drawingml/2006/main">
            <a:off x="4407408" y="1856231"/>
            <a:ext cx="3364992" cy="3511296"/>
          </a:xfrm>
          <a:prstGeom xmlns:a="http://schemas.openxmlformats.org/drawingml/2006/main" prst="roundRect">
            <a:avLst>
              <a:gd name="adj" fmla="val 12000"/>
            </a:avLst>
          </a:prstGeom>
          <a:solidFill xmlns:a="http://schemas.openxmlformats.org/drawingml/2006/main">
            <a:srgbClr val="0C3850"/>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49" name="Google Shape;149;p3">
            <a:extLst xmlns:a="http://schemas.openxmlformats.org/drawingml/2006/main">
              <a:ext uri="{FF2B5EF4-FFF2-40B4-BE49-F238E27FC236}">
                <a16:creationId xmlns:a16="http://schemas.microsoft.com/office/drawing/2014/main" id="{EE80B83E-579E-4B05-BB2D-B9D03D2D69FB}"/>
              </a:ext>
            </a:extLst>
          </p:cNvPr>
          <p:cNvSpPr>
            <a:spLocks xmlns:a="http://schemas.openxmlformats.org/drawingml/2006/main" noGrp="1"/>
          </p:cNvSpPr>
          <p:nvPr/>
        </p:nvSpPr>
        <p:spPr>
          <a:xfrm xmlns:a="http://schemas.openxmlformats.org/drawingml/2006/main">
            <a:off x="8147325" y="1577350"/>
            <a:ext cx="3365100" cy="419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50" name="Google Shape;150;p3">
            <a:extLst xmlns:a="http://schemas.openxmlformats.org/drawingml/2006/main">
              <a:ext uri="{FF2B5EF4-FFF2-40B4-BE49-F238E27FC236}">
                <a16:creationId xmlns:a16="http://schemas.microsoft.com/office/drawing/2014/main" id="{470BFD20-0A04-4FFB-9BCC-E973D6A8D991}"/>
              </a:ext>
            </a:extLst>
          </p:cNvPr>
          <p:cNvSpPr>
            <a:spLocks xmlns:a="http://schemas.openxmlformats.org/drawingml/2006/main" noGrp="1"/>
          </p:cNvSpPr>
          <p:nvPr/>
        </p:nvSpPr>
        <p:spPr>
          <a:xfrm xmlns:a="http://schemas.openxmlformats.org/drawingml/2006/main">
            <a:off x="850392" y="2020824"/>
            <a:ext cx="297180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spcBef>
                <a:spcPts val="0"/>
              </a:spcBef>
              <a:spcAft>
                <a:spcPts val="0"/>
              </a:spcAft>
              <a:buNone/>
            </a:pPr>
            <a:r>
              <a:rPr sz="2200">
                <a:solidFill>
                  <a:schemeClr val="dk1"/>
                </a:solidFill>
                <a:latin typeface="Arial"/>
                <a:ea typeface="Arial"/>
                <a:cs typeface="Arial"/>
              </a:rPr>
              <a:t>1  REGISTRATION</a:t>
            </a:r>
            <a:endParaRPr/>
          </a:p>
        </p:txBody>
      </p:sp>
      <p:sp>
        <p:nvSpPr>
          <p:cNvPr id="151" name="Google Shape;151;p3">
            <a:extLst xmlns:a="http://schemas.openxmlformats.org/drawingml/2006/main">
              <a:ext uri="{FF2B5EF4-FFF2-40B4-BE49-F238E27FC236}">
                <a16:creationId xmlns:a16="http://schemas.microsoft.com/office/drawing/2014/main" id="{C37AC8C1-77F3-4FDC-9FCB-FC28628D9FB0}"/>
              </a:ext>
            </a:extLst>
          </p:cNvPr>
          <p:cNvSpPr>
            <a:spLocks xmlns:a="http://schemas.openxmlformats.org/drawingml/2006/main" noGrp="1"/>
          </p:cNvSpPr>
          <p:nvPr/>
        </p:nvSpPr>
        <p:spPr>
          <a:xfrm xmlns:a="http://schemas.openxmlformats.org/drawingml/2006/main">
            <a:off x="866775" y="2581275"/>
            <a:ext cx="2952750" cy="885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1875"/>
            </a:defPPr>
          </a:lstStyle>
          <a:p xmlns:a="http://schemas.openxmlformats.org/drawingml/2006/main">
            <a:pPr marL="0" marR="0" lvl="0" indent="0" algn="l">
              <a:spcBef>
                <a:spcPts val="0"/>
              </a:spcBef>
              <a:spcAft>
                <a:spcPts val="0"/>
              </a:spcAft>
              <a:buNone/>
              <a:defRPr sz="1875"/>
            </a:pPr>
            <a:r>
              <a:rPr sz="1875">
                <a:solidFill>
                  <a:schemeClr val="dk1"/>
                </a:solidFill>
                <a:latin typeface="Arial"/>
                <a:ea typeface="Arial"/>
                <a:cs typeface="Arial"/>
              </a:rPr>
              <a:t>Language → About you</a:t>
            </a:r>
            <a:endParaRPr/>
          </a:p>
          <a:p xmlns:a="http://schemas.openxmlformats.org/drawingml/2006/main">
            <a:pPr marL="0" marR="0" lvl="0" indent="0" algn="l">
              <a:spcBef>
                <a:spcPts val="0"/>
              </a:spcBef>
              <a:spcAft>
                <a:spcPts val="0"/>
              </a:spcAft>
              <a:buNone/>
              <a:defRPr sz="1875"/>
            </a:pPr>
            <a:r>
              <a:rPr sz="1875">
                <a:solidFill>
                  <a:schemeClr val="dk1"/>
                </a:solidFill>
                <a:latin typeface="Arial"/>
                <a:ea typeface="Arial"/>
                <a:cs typeface="Arial"/>
              </a:rPr>
              <a:t>→ Staff-recorded vitals</a:t>
            </a:r>
            <a:endParaRPr/>
          </a:p>
          <a:p xmlns:a="http://schemas.openxmlformats.org/drawingml/2006/main">
            <a:pPr marL="0" marR="0" lvl="0" indent="0" algn="l">
              <a:spcBef>
                <a:spcPts val="0"/>
              </a:spcBef>
              <a:spcAft>
                <a:spcPts val="0"/>
              </a:spcAft>
              <a:buNone/>
              <a:defRPr sz="1875"/>
            </a:pPr>
            <a:r>
              <a:rPr sz="1875">
                <a:solidFill>
                  <a:schemeClr val="dk1"/>
                </a:solidFill>
                <a:latin typeface="Arial"/>
                <a:ea typeface="Arial"/>
                <a:cs typeface="Arial"/>
              </a:rPr>
              <a:t>Temp • SpO₂ • pulse</a:t>
            </a:r>
            <a:endParaRPr/>
          </a:p>
        </p:txBody>
      </p:sp>
      <p:sp>
        <p:nvSpPr>
          <p:cNvPr id="152" name="Google Shape;152;p3">
            <a:extLst xmlns:a="http://schemas.openxmlformats.org/drawingml/2006/main">
              <a:ext uri="{FF2B5EF4-FFF2-40B4-BE49-F238E27FC236}">
                <a16:creationId xmlns:a16="http://schemas.microsoft.com/office/drawing/2014/main" id="{E24080BC-78A5-440E-8D8B-32241069D77A}"/>
              </a:ext>
            </a:extLst>
          </p:cNvPr>
          <p:cNvSpPr>
            <a:spLocks xmlns:a="http://schemas.openxmlformats.org/drawingml/2006/main" noGrp="1"/>
          </p:cNvSpPr>
          <p:nvPr/>
        </p:nvSpPr>
        <p:spPr>
          <a:xfrm xmlns:a="http://schemas.openxmlformats.org/drawingml/2006/main">
            <a:off x="866775" y="3533775"/>
            <a:ext cx="2952750" cy="1704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1875"/>
            </a:defPPr>
          </a:lstStyle>
          <a:p xmlns:a="http://schemas.openxmlformats.org/drawingml/2006/main">
            <a:pPr marL="0" marR="0" lvl="0" indent="0" algn="l">
              <a:lnSpc>
                <a:spcPct val="105000"/>
              </a:lnSpc>
              <a:spcBef>
                <a:spcPts val="0"/>
              </a:spcBef>
              <a:spcAft>
                <a:spcPts val="0"/>
              </a:spcAft>
              <a:buNone/>
              <a:defRPr sz="1875"/>
            </a:pPr>
            <a:r>
              <a:rPr sz="1875" b="0">
                <a:solidFill>
                  <a:srgbClr val="16374A"/>
                </a:solidFill>
                <a:latin typeface="Arial"/>
                <a:ea typeface="Arial"/>
                <a:cs typeface="Arial"/>
              </a:rPr>
              <a:t>Then symptoms → Review</a:t>
            </a:r>
            <a:endParaRPr/>
          </a:p>
          <a:p xmlns:a="http://schemas.openxmlformats.org/drawingml/2006/main">
            <a:pPr marL="0" marR="0" lvl="0" indent="0" algn="l">
              <a:lnSpc>
                <a:spcPct val="105000"/>
              </a:lnSpc>
              <a:spcBef>
                <a:spcPts val="0"/>
              </a:spcBef>
              <a:spcAft>
                <a:spcPts val="0"/>
              </a:spcAft>
              <a:buNone/>
              <a:defRPr sz="1875"/>
            </a:pPr>
            <a:r>
              <a:rPr sz="1875" b="0">
                <a:solidFill>
                  <a:srgbClr val="16374A"/>
                </a:solidFill>
                <a:latin typeface="Arial"/>
                <a:ea typeface="Arial"/>
                <a:cs typeface="Arial"/>
              </a:rPr>
              <a:t>Voice / text / checkboxes</a:t>
            </a:r>
            <a:endParaRPr/>
          </a:p>
          <a:p xmlns:a="http://schemas.openxmlformats.org/drawingml/2006/main">
            <a:pPr marL="0" marR="0" lvl="0" indent="0" algn="l">
              <a:lnSpc>
                <a:spcPct val="105000"/>
              </a:lnSpc>
              <a:spcBef>
                <a:spcPts val="0"/>
              </a:spcBef>
              <a:spcAft>
                <a:spcPts val="0"/>
              </a:spcAft>
              <a:buNone/>
            </a:pPr>
            <a:r>
              <a:rPr sz="2400" b="0">
                <a:solidFill>
                  <a:srgbClr val="16374A"/>
                </a:solidFill>
                <a:latin typeface="Arial"/>
                <a:ea typeface="Arial"/>
                <a:cs typeface="Arial"/>
              </a:rPr>
              <a:t/>
            </a:r>
            <a:endParaRPr/>
          </a:p>
          <a:p xmlns:a="http://schemas.openxmlformats.org/drawingml/2006/main">
            <a:pPr marL="0" marR="0" lvl="0" indent="0" algn="l">
              <a:lnSpc>
                <a:spcPct val="105000"/>
              </a:lnSpc>
              <a:spcBef>
                <a:spcPts val="0"/>
              </a:spcBef>
              <a:spcAft>
                <a:spcPts val="0"/>
              </a:spcAft>
              <a:buNone/>
              <a:defRPr sz="1875"/>
            </a:pPr>
            <a:r>
              <a:rPr sz="1875" b="0">
                <a:solidFill>
                  <a:srgbClr val="16374A"/>
                </a:solidFill>
                <a:latin typeface="Arial"/>
                <a:ea typeface="Arial"/>
                <a:cs typeface="Arial"/>
              </a:rPr>
              <a:t>Staff emergency shortcut:</a:t>
            </a:r>
            <a:endParaRPr/>
          </a:p>
          <a:p xmlns:a="http://schemas.openxmlformats.org/drawingml/2006/main">
            <a:pPr marL="0" marR="0" lvl="0" indent="0" algn="l">
              <a:lnSpc>
                <a:spcPct val="105000"/>
              </a:lnSpc>
              <a:spcBef>
                <a:spcPts val="0"/>
              </a:spcBef>
              <a:spcAft>
                <a:spcPts val="0"/>
              </a:spcAft>
              <a:buNone/>
              <a:defRPr sz="1875"/>
            </a:pPr>
            <a:r>
              <a:rPr sz="1875" b="0">
                <a:solidFill>
                  <a:srgbClr val="16374A"/>
                </a:solidFill>
                <a:latin typeface="Arial"/>
                <a:ea typeface="Arial"/>
                <a:cs typeface="Arial"/>
              </a:rPr>
              <a:t>Immediate + token</a:t>
            </a:r>
            <a:endParaRPr/>
          </a:p>
        </p:txBody>
      </p:sp>
      <p:cxnSp>
        <p:nvCxnSpPr>
          <p:cNvPr id="153" name="Google Shape;153;p3">
            <a:extLst xmlns:a="http://schemas.openxmlformats.org/drawingml/2006/main">
              <a:ext uri="{FF2B5EF4-FFF2-40B4-BE49-F238E27FC236}">
                <a16:creationId xmlns:a16="http://schemas.microsoft.com/office/drawing/2014/main" id="{6E223FBD-502F-46C9-BD09-5B0ED69649E6}"/>
              </a:ext>
            </a:extLst>
          </p:cNvPr>
          <p:cNvCxnSpPr/>
          <p:nvPr/>
        </p:nvCxnSpPr>
        <p:spPr>
          <a:xfrm xmlns:a="http://schemas.openxmlformats.org/drawingml/2006/main">
            <a:off x="4069080" y="3611880"/>
            <a:ext cx="265176" cy="0"/>
          </a:xfrm>
          <a:prstGeom xmlns:a="http://schemas.openxmlformats.org/drawingml/2006/main" prst="straightConnector1">
            <a:avLst/>
          </a:prstGeom>
          <a:ln xmlns:a="http://schemas.openxmlformats.org/drawingml/2006/main" w="31750" cap="flat">
            <a:solidFill>
              <a:srgbClr val="007B80"/>
            </a:solidFill>
            <a:prstDash val="solid"/>
            <a:miter/>
            <a:headEnd type="none" w="sm" len="sm"/>
            <a:tailEnd type="triangle" w="sm" len="sm"/>
          </a:ln>
        </p:spPr>
      </p:cxnSp>
      <p:sp>
        <p:nvSpPr>
          <p:cNvPr id="154" name="Google Shape;154;p3">
            <a:extLst xmlns:a="http://schemas.openxmlformats.org/drawingml/2006/main">
              <a:ext uri="{FF2B5EF4-FFF2-40B4-BE49-F238E27FC236}">
                <a16:creationId xmlns:a16="http://schemas.microsoft.com/office/drawing/2014/main" id="{2EFE1BED-A149-48AE-B28A-4CEA980E9A0E}"/>
              </a:ext>
            </a:extLst>
          </p:cNvPr>
          <p:cNvSpPr>
            <a:spLocks xmlns:a="http://schemas.openxmlformats.org/drawingml/2006/main" noGrp="1"/>
          </p:cNvSpPr>
          <p:nvPr/>
        </p:nvSpPr>
        <p:spPr>
          <a:xfrm xmlns:a="http://schemas.openxmlformats.org/drawingml/2006/main">
            <a:off x="4645152" y="2020824"/>
            <a:ext cx="2889504"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75">
                <a:solidFill>
                  <a:srgbClr val="FFFFFF"/>
                </a:solidFill>
              </a:defRPr>
            </a:defPPr>
          </a:lstStyle>
          <a:p xmlns:a="http://schemas.openxmlformats.org/drawingml/2006/main">
            <a:pPr marL="0" marR="0" lvl="0" indent="0" algn="l">
              <a:spcBef>
                <a:spcPts val="0"/>
              </a:spcBef>
              <a:spcAft>
                <a:spcPts val="0"/>
              </a:spcAft>
              <a:buNone/>
              <a:defRPr sz="2175">
                <a:solidFill>
                  <a:srgbClr val="FFFFFF"/>
                </a:solidFill>
              </a:defRPr>
            </a:pPr>
            <a:r>
              <a:rPr sz="2175">
                <a:solidFill>
                  <a:srgbClr val="FFFFFF"/>
                </a:solidFill>
                <a:latin typeface="Arial"/>
                <a:ea typeface="Arial"/>
                <a:cs typeface="Arial"/>
              </a:rPr>
              <a:t>2  ASSESSMENT</a:t>
            </a:r>
            <a:endParaRPr/>
          </a:p>
        </p:txBody>
      </p:sp>
      <p:sp>
        <p:nvSpPr>
          <p:cNvPr id="155" name="Google Shape;155;p3">
            <a:extLst xmlns:a="http://schemas.openxmlformats.org/drawingml/2006/main">
              <a:ext uri="{FF2B5EF4-FFF2-40B4-BE49-F238E27FC236}">
                <a16:creationId xmlns:a16="http://schemas.microsoft.com/office/drawing/2014/main" id="{EA386DC9-1853-496C-B672-B997C5965084}"/>
              </a:ext>
            </a:extLst>
          </p:cNvPr>
          <p:cNvSpPr>
            <a:spLocks xmlns:a="http://schemas.openxmlformats.org/drawingml/2006/main" noGrp="1"/>
          </p:cNvSpPr>
          <p:nvPr/>
        </p:nvSpPr>
        <p:spPr>
          <a:xfrm xmlns:a="http://schemas.openxmlformats.org/drawingml/2006/main">
            <a:off x="4638675" y="2714625"/>
            <a:ext cx="2895600" cy="828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325"/>
            </a:defPPr>
          </a:lstStyle>
          <a:p xmlns:a="http://schemas.openxmlformats.org/drawingml/2006/main">
            <a:pPr marL="0" marR="0" lvl="0" indent="0" algn="l">
              <a:lnSpc>
                <a:spcPct val="105000"/>
              </a:lnSpc>
              <a:spcBef>
                <a:spcPts val="0"/>
              </a:spcBef>
              <a:spcAft>
                <a:spcPts val="0"/>
              </a:spcAft>
              <a:buNone/>
              <a:defRPr sz="2325"/>
            </a:pPr>
            <a:r>
              <a:rPr sz="2325" b="1">
                <a:solidFill>
                  <a:srgbClr val="FFFFFF"/>
                </a:solidFill>
                <a:latin typeface="Arial"/>
                <a:ea typeface="Arial"/>
                <a:cs typeface="Arial"/>
              </a:rPr>
              <a:t>Supplied safety</a:t>
            </a:r>
            <a:endParaRPr/>
          </a:p>
          <a:p xmlns:a="http://schemas.openxmlformats.org/drawingml/2006/main">
            <a:pPr marL="0" marR="0" lvl="0" indent="0" algn="l">
              <a:lnSpc>
                <a:spcPct val="105000"/>
              </a:lnSpc>
              <a:spcBef>
                <a:spcPts val="0"/>
              </a:spcBef>
              <a:spcAft>
                <a:spcPts val="0"/>
              </a:spcAft>
              <a:buNone/>
              <a:defRPr sz="2325"/>
            </a:pPr>
            <a:r>
              <a:rPr sz="2325" b="1">
                <a:solidFill>
                  <a:srgbClr val="FFFFFF"/>
                </a:solidFill>
                <a:latin typeface="Arial"/>
                <a:ea typeface="Arial"/>
                <a:cs typeface="Arial"/>
              </a:rPr>
              <a:t>rules run first.</a:t>
            </a:r>
            <a:endParaRPr/>
          </a:p>
        </p:txBody>
      </p:sp>
      <p:sp>
        <p:nvSpPr>
          <p:cNvPr id="156" name="Google Shape;156;p3">
            <a:extLst xmlns:a="http://schemas.openxmlformats.org/drawingml/2006/main">
              <a:ext uri="{FF2B5EF4-FFF2-40B4-BE49-F238E27FC236}">
                <a16:creationId xmlns:a16="http://schemas.microsoft.com/office/drawing/2014/main" id="{B7FF4FCD-613B-47C1-8C59-00CFB7C4B696}"/>
              </a:ext>
            </a:extLst>
          </p:cNvPr>
          <p:cNvSpPr>
            <a:spLocks xmlns:a="http://schemas.openxmlformats.org/drawingml/2006/main" noGrp="1"/>
          </p:cNvSpPr>
          <p:nvPr/>
        </p:nvSpPr>
        <p:spPr>
          <a:xfrm xmlns:a="http://schemas.openxmlformats.org/drawingml/2006/main">
            <a:off x="4638675" y="3676650"/>
            <a:ext cx="2895600" cy="1000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025"/>
            </a:defPPr>
          </a:lstStyle>
          <a:p xmlns:a="http://schemas.openxmlformats.org/drawingml/2006/main">
            <a:pPr marL="0" marR="0" lvl="0" indent="0" algn="l">
              <a:lnSpc>
                <a:spcPct val="105000"/>
              </a:lnSpc>
              <a:spcBef>
                <a:spcPts val="0"/>
              </a:spcBef>
              <a:spcAft>
                <a:spcPts val="0"/>
              </a:spcAft>
              <a:buNone/>
              <a:defRPr sz="2025"/>
            </a:pPr>
            <a:r>
              <a:rPr sz="2025" b="0">
                <a:solidFill>
                  <a:srgbClr val="FFFFFF"/>
                </a:solidFill>
                <a:latin typeface="Arial"/>
                <a:ea typeface="Arial"/>
                <a:cs typeface="Arial"/>
              </a:rPr>
              <a:t>No Immediate rule?</a:t>
            </a:r>
            <a:endParaRPr/>
          </a:p>
          <a:p xmlns:a="http://schemas.openxmlformats.org/drawingml/2006/main">
            <a:pPr marL="0" marR="0" lvl="0" indent="0" algn="l">
              <a:lnSpc>
                <a:spcPct val="105000"/>
              </a:lnSpc>
              <a:spcBef>
                <a:spcPts val="0"/>
              </a:spcBef>
              <a:spcAft>
                <a:spcPts val="0"/>
              </a:spcAft>
              <a:buNone/>
              <a:defRPr sz="2025"/>
            </a:pPr>
            <a:r>
              <a:rPr sz="2025" b="0">
                <a:solidFill>
                  <a:srgbClr val="FFFFFF"/>
                </a:solidFill>
                <a:latin typeface="Arial"/>
                <a:ea typeface="Arial"/>
                <a:cs typeface="Arial"/>
              </a:rPr>
              <a:t>Groq suggests a priority</a:t>
            </a:r>
            <a:endParaRPr/>
          </a:p>
          <a:p xmlns:a="http://schemas.openxmlformats.org/drawingml/2006/main">
            <a:pPr marL="0" marR="0" lvl="0" indent="0" algn="l">
              <a:lnSpc>
                <a:spcPct val="105000"/>
              </a:lnSpc>
              <a:spcBef>
                <a:spcPts val="0"/>
              </a:spcBef>
              <a:spcAft>
                <a:spcPts val="0"/>
              </a:spcAft>
              <a:buNone/>
              <a:defRPr sz="2025"/>
            </a:pPr>
            <a:r>
              <a:rPr sz="2025" b="0">
                <a:solidFill>
                  <a:srgbClr val="FFFFFF"/>
                </a:solidFill>
                <a:latin typeface="Arial"/>
                <a:ea typeface="Arial"/>
                <a:cs typeface="Arial"/>
              </a:rPr>
              <a:t>and a short reason.</a:t>
            </a:r>
            <a:endParaRPr/>
          </a:p>
        </p:txBody>
      </p:sp>
      <p:sp>
        <p:nvSpPr>
          <p:cNvPr id="157" name="Google Shape;157;p3">
            <a:extLst xmlns:a="http://schemas.openxmlformats.org/drawingml/2006/main">
              <a:ext uri="{FF2B5EF4-FFF2-40B4-BE49-F238E27FC236}">
                <a16:creationId xmlns:a16="http://schemas.microsoft.com/office/drawing/2014/main" id="{47DAE920-9606-4E86-B01F-2A67BC2C01C8}"/>
              </a:ext>
            </a:extLst>
          </p:cNvPr>
          <p:cNvSpPr>
            <a:spLocks xmlns:a="http://schemas.openxmlformats.org/drawingml/2006/main" noGrp="1"/>
          </p:cNvSpPr>
          <p:nvPr/>
        </p:nvSpPr>
        <p:spPr>
          <a:xfrm xmlns:a="http://schemas.openxmlformats.org/drawingml/2006/main">
            <a:off x="4645152" y="4828032"/>
            <a:ext cx="2889504" cy="3931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025"/>
            </a:defPPr>
          </a:lstStyle>
          <a:p xmlns:a="http://schemas.openxmlformats.org/drawingml/2006/main">
            <a:pPr marL="0" marR="0" lvl="0" indent="0" algn="l">
              <a:lnSpc>
                <a:spcPct val="105000"/>
              </a:lnSpc>
              <a:spcBef>
                <a:spcPts val="0"/>
              </a:spcBef>
              <a:spcAft>
                <a:spcPts val="0"/>
              </a:spcAft>
              <a:buNone/>
              <a:defRPr sz="2025"/>
            </a:pPr>
            <a:r>
              <a:rPr sz="2025" b="1">
                <a:solidFill>
                  <a:srgbClr val="FFFFFF"/>
                </a:solidFill>
                <a:latin typeface="Arial"/>
                <a:ea typeface="Arial"/>
                <a:cs typeface="Arial"/>
              </a:rPr>
              <a:t>Validate → fixed token</a:t>
            </a:r>
            <a:endParaRPr/>
          </a:p>
        </p:txBody>
      </p:sp>
      <p:cxnSp>
        <p:nvCxnSpPr>
          <p:cNvPr id="158" name="Google Shape;158;p3">
            <a:extLst xmlns:a="http://schemas.openxmlformats.org/drawingml/2006/main">
              <a:ext uri="{FF2B5EF4-FFF2-40B4-BE49-F238E27FC236}">
                <a16:creationId xmlns:a16="http://schemas.microsoft.com/office/drawing/2014/main" id="{80B8101A-26F1-4220-BCBC-AF696CBD127B}"/>
              </a:ext>
            </a:extLst>
          </p:cNvPr>
          <p:cNvCxnSpPr/>
          <p:nvPr/>
        </p:nvCxnSpPr>
        <p:spPr>
          <a:xfrm xmlns:a="http://schemas.openxmlformats.org/drawingml/2006/main">
            <a:off x="7827264" y="3611880"/>
            <a:ext cx="265176" cy="0"/>
          </a:xfrm>
          <a:prstGeom xmlns:a="http://schemas.openxmlformats.org/drawingml/2006/main" prst="straightConnector1">
            <a:avLst/>
          </a:prstGeom>
          <a:ln xmlns:a="http://schemas.openxmlformats.org/drawingml/2006/main" w="31750" cap="flat">
            <a:solidFill>
              <a:srgbClr val="007B80"/>
            </a:solidFill>
            <a:prstDash val="solid"/>
            <a:miter/>
            <a:headEnd type="none" w="sm" len="sm"/>
            <a:tailEnd type="triangle" w="sm" len="sm"/>
          </a:ln>
        </p:spPr>
      </p:cxnSp>
      <p:sp>
        <p:nvSpPr>
          <p:cNvPr id="159" name="Google Shape;159;p3">
            <a:extLst xmlns:a="http://schemas.openxmlformats.org/drawingml/2006/main">
              <a:ext uri="{FF2B5EF4-FFF2-40B4-BE49-F238E27FC236}">
                <a16:creationId xmlns:a16="http://schemas.microsoft.com/office/drawing/2014/main" id="{60CBF8E6-DB5E-4146-B6AD-424700DB24DB}"/>
              </a:ext>
            </a:extLst>
          </p:cNvPr>
          <p:cNvSpPr>
            <a:spLocks xmlns:a="http://schemas.openxmlformats.org/drawingml/2006/main" noGrp="1"/>
          </p:cNvSpPr>
          <p:nvPr/>
        </p:nvSpPr>
        <p:spPr>
          <a:xfrm xmlns:a="http://schemas.openxmlformats.org/drawingml/2006/main">
            <a:off x="8357610" y="1860773"/>
            <a:ext cx="2962800" cy="777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spcBef>
                <a:spcPts val="0"/>
              </a:spcBef>
              <a:spcAft>
                <a:spcPts val="0"/>
              </a:spcAft>
              <a:buNone/>
            </a:pPr>
            <a:r>
              <a:rPr sz="2200">
                <a:solidFill>
                  <a:schemeClr val="dk1"/>
                </a:solidFill>
                <a:latin typeface="Arial"/>
                <a:ea typeface="Arial"/>
                <a:cs typeface="Arial"/>
              </a:rPr>
              <a:t>3  STAFF DASHBOARD</a:t>
            </a:r>
            <a:endParaRPr/>
          </a:p>
        </p:txBody>
      </p:sp>
      <p:sp>
        <p:nvSpPr>
          <p:cNvPr id="160" name="Google Shape;160;p3">
            <a:extLst xmlns:a="http://schemas.openxmlformats.org/drawingml/2006/main">
              <a:ext uri="{FF2B5EF4-FFF2-40B4-BE49-F238E27FC236}">
                <a16:creationId xmlns:a16="http://schemas.microsoft.com/office/drawing/2014/main" id="{B3A51ECB-5E04-4059-BF75-52C298C40E70}"/>
              </a:ext>
            </a:extLst>
          </p:cNvPr>
          <p:cNvSpPr>
            <a:spLocks xmlns:a="http://schemas.openxmlformats.org/drawingml/2006/main" noGrp="1"/>
          </p:cNvSpPr>
          <p:nvPr/>
        </p:nvSpPr>
        <p:spPr>
          <a:xfrm xmlns:a="http://schemas.openxmlformats.org/drawingml/2006/main">
            <a:off x="8394192" y="2667775"/>
            <a:ext cx="2898600" cy="484500"/>
          </a:xfrm>
          <a:prstGeom xmlns:a="http://schemas.openxmlformats.org/drawingml/2006/main" prst="roundRect">
            <a:avLst>
              <a:gd name="adj" fmla="val 12000"/>
            </a:avLst>
          </a:prstGeom>
          <a:solidFill xmlns:a="http://schemas.openxmlformats.org/drawingml/2006/main">
            <a:srgbClr val="B62935"/>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61" name="Google Shape;161;p3">
            <a:extLst xmlns:a="http://schemas.openxmlformats.org/drawingml/2006/main">
              <a:ext uri="{FF2B5EF4-FFF2-40B4-BE49-F238E27FC236}">
                <a16:creationId xmlns:a16="http://schemas.microsoft.com/office/drawing/2014/main" id="{78456F7E-1DAD-4BE5-BFC3-A50C12B4B556}"/>
              </a:ext>
            </a:extLst>
          </p:cNvPr>
          <p:cNvSpPr>
            <a:spLocks xmlns:a="http://schemas.openxmlformats.org/drawingml/2006/main" noGrp="1"/>
          </p:cNvSpPr>
          <p:nvPr/>
        </p:nvSpPr>
        <p:spPr>
          <a:xfrm xmlns:a="http://schemas.openxmlformats.org/drawingml/2006/main">
            <a:off x="8394192" y="2681495"/>
            <a:ext cx="2825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ctr">
              <a:lnSpc>
                <a:spcPct val="105000"/>
              </a:lnSpc>
              <a:spcBef>
                <a:spcPts val="0"/>
              </a:spcBef>
              <a:spcAft>
                <a:spcPts val="0"/>
              </a:spcAft>
              <a:buNone/>
            </a:pPr>
            <a:r>
              <a:rPr sz="2600" b="1">
                <a:solidFill>
                  <a:srgbClr val="FFFFFF"/>
                </a:solidFill>
                <a:latin typeface="Arial"/>
                <a:ea typeface="Arial"/>
                <a:cs typeface="Arial"/>
              </a:rPr>
              <a:t>IMMEDIATE</a:t>
            </a:r>
            <a:endParaRPr/>
          </a:p>
        </p:txBody>
      </p:sp>
      <p:sp>
        <p:nvSpPr>
          <p:cNvPr id="162" name="Google Shape;162;p3">
            <a:extLst xmlns:a="http://schemas.openxmlformats.org/drawingml/2006/main">
              <a:ext uri="{FF2B5EF4-FFF2-40B4-BE49-F238E27FC236}">
                <a16:creationId xmlns:a16="http://schemas.microsoft.com/office/drawing/2014/main" id="{6E42C805-73B2-4706-986A-ADF06BD3D37C}"/>
              </a:ext>
            </a:extLst>
          </p:cNvPr>
          <p:cNvSpPr>
            <a:spLocks xmlns:a="http://schemas.openxmlformats.org/drawingml/2006/main" noGrp="1"/>
          </p:cNvSpPr>
          <p:nvPr/>
        </p:nvSpPr>
        <p:spPr>
          <a:xfrm xmlns:a="http://schemas.openxmlformats.org/drawingml/2006/main">
            <a:off x="8385067" y="3236999"/>
            <a:ext cx="2898600" cy="484500"/>
          </a:xfrm>
          <a:prstGeom xmlns:a="http://schemas.openxmlformats.org/drawingml/2006/main" prst="roundRect">
            <a:avLst>
              <a:gd name="adj" fmla="val 12000"/>
            </a:avLst>
          </a:prstGeom>
          <a:solidFill xmlns:a="http://schemas.openxmlformats.org/drawingml/2006/main">
            <a:srgbClr val="F0B517"/>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63" name="Google Shape;163;p3">
            <a:extLst xmlns:a="http://schemas.openxmlformats.org/drawingml/2006/main">
              <a:ext uri="{FF2B5EF4-FFF2-40B4-BE49-F238E27FC236}">
                <a16:creationId xmlns:a16="http://schemas.microsoft.com/office/drawing/2014/main" id="{2F2C51B6-868F-4E9E-8BF8-0CDCC1C3DD2A}"/>
              </a:ext>
            </a:extLst>
          </p:cNvPr>
          <p:cNvSpPr>
            <a:spLocks xmlns:a="http://schemas.openxmlformats.org/drawingml/2006/main" noGrp="1"/>
          </p:cNvSpPr>
          <p:nvPr/>
        </p:nvSpPr>
        <p:spPr>
          <a:xfrm xmlns:a="http://schemas.openxmlformats.org/drawingml/2006/main">
            <a:off x="8385067" y="3250716"/>
            <a:ext cx="2825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ctr">
              <a:lnSpc>
                <a:spcPct val="105000"/>
              </a:lnSpc>
              <a:spcBef>
                <a:spcPts val="0"/>
              </a:spcBef>
              <a:spcAft>
                <a:spcPts val="0"/>
              </a:spcAft>
              <a:buNone/>
            </a:pPr>
            <a:r>
              <a:rPr sz="2600" b="1">
                <a:solidFill>
                  <a:srgbClr val="0C3850"/>
                </a:solidFill>
                <a:latin typeface="Arial"/>
                <a:ea typeface="Arial"/>
                <a:cs typeface="Arial"/>
              </a:rPr>
              <a:t>SOON</a:t>
            </a:r>
            <a:endParaRPr/>
          </a:p>
        </p:txBody>
      </p:sp>
      <p:sp>
        <p:nvSpPr>
          <p:cNvPr id="164" name="Google Shape;164;p3">
            <a:extLst xmlns:a="http://schemas.openxmlformats.org/drawingml/2006/main">
              <a:ext uri="{FF2B5EF4-FFF2-40B4-BE49-F238E27FC236}">
                <a16:creationId xmlns:a16="http://schemas.microsoft.com/office/drawing/2014/main" id="{B642973B-38A0-426E-8B61-B51454C22316}"/>
              </a:ext>
            </a:extLst>
          </p:cNvPr>
          <p:cNvSpPr>
            <a:spLocks xmlns:a="http://schemas.openxmlformats.org/drawingml/2006/main" noGrp="1"/>
          </p:cNvSpPr>
          <p:nvPr/>
        </p:nvSpPr>
        <p:spPr>
          <a:xfrm xmlns:a="http://schemas.openxmlformats.org/drawingml/2006/main">
            <a:off x="8375892" y="3825562"/>
            <a:ext cx="2898600" cy="484500"/>
          </a:xfrm>
          <a:prstGeom xmlns:a="http://schemas.openxmlformats.org/drawingml/2006/main" prst="roundRect">
            <a:avLst>
              <a:gd name="adj" fmla="val 12000"/>
            </a:avLst>
          </a:prstGeom>
          <a:solidFill xmlns:a="http://schemas.openxmlformats.org/drawingml/2006/main">
            <a:srgbClr val="1E7557"/>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65" name="Google Shape;165;p3">
            <a:extLst xmlns:a="http://schemas.openxmlformats.org/drawingml/2006/main">
              <a:ext uri="{FF2B5EF4-FFF2-40B4-BE49-F238E27FC236}">
                <a16:creationId xmlns:a16="http://schemas.microsoft.com/office/drawing/2014/main" id="{0A590677-AC43-472C-A1DC-D24B543B44B9}"/>
              </a:ext>
            </a:extLst>
          </p:cNvPr>
          <p:cNvSpPr>
            <a:spLocks xmlns:a="http://schemas.openxmlformats.org/drawingml/2006/main" noGrp="1"/>
          </p:cNvSpPr>
          <p:nvPr/>
        </p:nvSpPr>
        <p:spPr>
          <a:xfrm xmlns:a="http://schemas.openxmlformats.org/drawingml/2006/main">
            <a:off x="8375892" y="3839265"/>
            <a:ext cx="2825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ctr">
              <a:lnSpc>
                <a:spcPct val="105000"/>
              </a:lnSpc>
              <a:spcBef>
                <a:spcPts val="0"/>
              </a:spcBef>
              <a:spcAft>
                <a:spcPts val="0"/>
              </a:spcAft>
              <a:buNone/>
            </a:pPr>
            <a:r>
              <a:rPr sz="2600" b="1">
                <a:solidFill>
                  <a:srgbClr val="FFFFFF"/>
                </a:solidFill>
                <a:latin typeface="Arial"/>
                <a:ea typeface="Arial"/>
                <a:cs typeface="Arial"/>
              </a:rPr>
              <a:t>ROUTINE</a:t>
            </a:r>
            <a:endParaRPr/>
          </a:p>
        </p:txBody>
      </p:sp>
      <p:sp>
        <p:nvSpPr>
          <p:cNvPr id="166" name="Google Shape;166;p3">
            <a:extLst xmlns:a="http://schemas.openxmlformats.org/drawingml/2006/main">
              <a:ext uri="{FF2B5EF4-FFF2-40B4-BE49-F238E27FC236}">
                <a16:creationId xmlns:a16="http://schemas.microsoft.com/office/drawing/2014/main" id="{6C7908B6-02FD-4EC3-B8BF-ECB8B1DCE48D}"/>
              </a:ext>
            </a:extLst>
          </p:cNvPr>
          <p:cNvSpPr>
            <a:spLocks xmlns:a="http://schemas.openxmlformats.org/drawingml/2006/main" noGrp="1"/>
          </p:cNvSpPr>
          <p:nvPr/>
        </p:nvSpPr>
        <p:spPr>
          <a:xfrm xmlns:a="http://schemas.openxmlformats.org/drawingml/2006/main">
            <a:off x="8401050" y="4514850"/>
            <a:ext cx="280035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025"/>
            </a:defPPr>
          </a:lstStyle>
          <a:p xmlns:a="http://schemas.openxmlformats.org/drawingml/2006/main">
            <a:pPr marL="0" marR="0" lvl="0" indent="0" algn="ctr">
              <a:spcBef>
                <a:spcPts val="0"/>
              </a:spcBef>
              <a:spcAft>
                <a:spcPts val="0"/>
              </a:spcAft>
              <a:buNone/>
              <a:defRPr sz="2025"/>
            </a:pPr>
            <a:r>
              <a:rPr sz="2025">
                <a:solidFill>
                  <a:schemeClr val="dk1"/>
                </a:solidFill>
                <a:latin typeface="Arial"/>
                <a:ea typeface="Arial"/>
                <a:cs typeface="Arial"/>
              </a:rPr>
              <a:t>Reasoned override</a:t>
            </a:r>
            <a:endParaRPr/>
          </a:p>
          <a:p xmlns:a="http://schemas.openxmlformats.org/drawingml/2006/main">
            <a:pPr marL="0" marR="0" lvl="0" indent="0" algn="ctr">
              <a:spcBef>
                <a:spcPts val="0"/>
              </a:spcBef>
              <a:spcAft>
                <a:spcPts val="0"/>
              </a:spcAft>
              <a:buNone/>
              <a:defRPr sz="2025"/>
            </a:pPr>
            <a:r>
              <a:rPr sz="2025">
                <a:solidFill>
                  <a:srgbClr val="103858"/>
                </a:solidFill>
                <a:latin typeface="Arial"/>
                <a:ea typeface="Arial"/>
                <a:cs typeface="Arial"/>
              </a:rPr>
              <a:t>Unresolved → Doctor</a:t>
            </a:r>
            <a:endParaRPr/>
          </a:p>
        </p:txBody>
      </p:sp>
      <p:sp>
        <p:nvSpPr>
          <p:cNvPr id="167" name="Google Shape;167;p3">
            <a:extLst xmlns:a="http://schemas.openxmlformats.org/drawingml/2006/main">
              <a:ext uri="{FF2B5EF4-FFF2-40B4-BE49-F238E27FC236}">
                <a16:creationId xmlns:a16="http://schemas.microsoft.com/office/drawing/2014/main" id="{6BFFF601-0AF6-4B21-A5B0-3C3A2D549F8E}"/>
              </a:ext>
            </a:extLst>
          </p:cNvPr>
          <p:cNvSpPr>
            <a:spLocks xmlns:a="http://schemas.openxmlformats.org/drawingml/2006/main" noGrp="1"/>
          </p:cNvSpPr>
          <p:nvPr/>
        </p:nvSpPr>
        <p:spPr>
          <a:xfrm xmlns:a="http://schemas.openxmlformats.org/drawingml/2006/main">
            <a:off x="640080" y="5769861"/>
            <a:ext cx="10890504" cy="548640"/>
          </a:xfrm>
          <a:prstGeom xmlns:a="http://schemas.openxmlformats.org/drawingml/2006/main" prst="roundRect">
            <a:avLst>
              <a:gd name="adj" fmla="val 12000"/>
            </a:avLst>
          </a:prstGeom>
          <a:solidFill xmlns:a="http://schemas.openxmlformats.org/drawingml/2006/main">
            <a:srgbClr val="FFF4E7"/>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68" name="Google Shape;168;p3">
            <a:extLst xmlns:a="http://schemas.openxmlformats.org/drawingml/2006/main">
              <a:ext uri="{FF2B5EF4-FFF2-40B4-BE49-F238E27FC236}">
                <a16:creationId xmlns:a16="http://schemas.microsoft.com/office/drawing/2014/main" id="{4DD3666C-47FD-468D-942A-92F5D825F193}"/>
              </a:ext>
            </a:extLst>
          </p:cNvPr>
          <p:cNvSpPr>
            <a:spLocks xmlns:a="http://schemas.openxmlformats.org/drawingml/2006/main" noGrp="1"/>
          </p:cNvSpPr>
          <p:nvPr/>
        </p:nvSpPr>
        <p:spPr>
          <a:xfrm xmlns:a="http://schemas.openxmlformats.org/drawingml/2006/main">
            <a:off x="818388" y="5806440"/>
            <a:ext cx="10533888"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025"/>
            </a:defPPr>
          </a:lstStyle>
          <a:p xmlns:a="http://schemas.openxmlformats.org/drawingml/2006/main">
            <a:pPr marL="0" marR="0" lvl="0" indent="0" algn="l">
              <a:spcBef>
                <a:spcPts val="0"/>
              </a:spcBef>
              <a:spcAft>
                <a:spcPts val="0"/>
              </a:spcAft>
              <a:buNone/>
              <a:defRPr sz="2025"/>
            </a:pPr>
            <a:r>
              <a:rPr sz="2025">
                <a:solidFill>
                  <a:schemeClr val="dk1"/>
                </a:solidFill>
                <a:latin typeface="Arial"/>
                <a:ea typeface="Arial"/>
                <a:cs typeface="Arial"/>
              </a:rPr>
              <a:t>Nurse / Intern / JR: reason + new measurement → audited priority change</a:t>
            </a:r>
            <a:endParaRPr/>
          </a:p>
        </p:txBody>
      </p:sp>
      <p:sp>
        <p:nvSpPr>
          <p:cNvPr id="169" name="Google Shape;169;p3">
            <a:extLst xmlns:a="http://schemas.openxmlformats.org/drawingml/2006/main">
              <a:ext uri="{FF2B5EF4-FFF2-40B4-BE49-F238E27FC236}">
                <a16:creationId xmlns:a16="http://schemas.microsoft.com/office/drawing/2014/main" id="{674E611C-ECA2-4864-9874-1D03A20E8E1E}"/>
              </a:ext>
            </a:extLst>
          </p:cNvPr>
          <p:cNvSpPr>
            <a:spLocks xmlns:a="http://schemas.openxmlformats.org/drawingml/2006/main" noGrp="1"/>
          </p:cNvSpPr>
          <p:nvPr/>
        </p:nvSpPr>
        <p:spPr>
          <a:xfrm xmlns:a="http://schemas.openxmlformats.org/drawingml/2006/main">
            <a:off x="2266950" y="6353175"/>
            <a:ext cx="728662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1800"/>
            </a:defPPr>
          </a:lstStyle>
          <a:p xmlns:a="http://schemas.openxmlformats.org/drawingml/2006/main">
            <a:pPr marL="0" marR="0" lvl="0" indent="0" algn="ctr">
              <a:lnSpc>
                <a:spcPct val="105000"/>
              </a:lnSpc>
              <a:spcBef>
                <a:spcPts val="0"/>
              </a:spcBef>
              <a:spcAft>
                <a:spcPts val="0"/>
              </a:spcAft>
              <a:buNone/>
              <a:defRPr sz="1800"/>
            </a:pPr>
            <a:r>
              <a:rPr sz="1800" b="0">
                <a:solidFill>
                  <a:srgbClr val="456170"/>
                </a:solidFill>
                <a:latin typeface="Arial"/>
                <a:ea typeface="Arial"/>
                <a:cs typeface="Arial"/>
              </a:rPr>
              <a:t>React + Vite • FastAPI • SQLite • Groq</a:t>
            </a:r>
            <a:endParaRPr/>
          </a:p>
        </p:txBody>
      </p:sp>
    </p:spTree>
    <p:extLst>
      <p:ext uri="{BB962C8B-B14F-4D97-AF65-F5344CB8AC3E}">
        <p14:creationId xmlns:p14="http://schemas.microsoft.com/office/powerpoint/2010/main" val="4683818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75" name="Google Shape;175;p4">
            <a:extLst xmlns:a="http://schemas.openxmlformats.org/drawingml/2006/main">
              <a:ext uri="{FF2B5EF4-FFF2-40B4-BE49-F238E27FC236}">
                <a16:creationId xmlns:a16="http://schemas.microsoft.com/office/drawing/2014/main" id="{E33FA95C-01D4-408E-A764-7088D043B6D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f50093a6fa94009">
            <a:alphaModFix/>
          </a:blip>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176" name="Google Shape;176;p4">
            <a:extLst xmlns:a="http://schemas.openxmlformats.org/drawingml/2006/main">
              <a:ext uri="{FF2B5EF4-FFF2-40B4-BE49-F238E27FC236}">
                <a16:creationId xmlns:a16="http://schemas.microsoft.com/office/drawing/2014/main" id="{3F8E4CBC-5D03-42B9-A86E-4A9D08673582}"/>
              </a:ext>
            </a:extLst>
          </p:cNvPr>
          <p:cNvSpPr>
            <a:spLocks xmlns:a="http://schemas.openxmlformats.org/drawingml/2006/main" noGrp="1"/>
          </p:cNvSpPr>
          <p:nvPr/>
        </p:nvSpPr>
        <p:spPr>
          <a:xfrm xmlns:a="http://schemas.openxmlformats.org/drawingml/2006/main">
            <a:off x="603504" y="402336"/>
            <a:ext cx="64008" cy="256032"/>
          </a:xfrm>
          <a:prstGeom xmlns:a="http://schemas.openxmlformats.org/drawingml/2006/main" prst="rect">
            <a:avLst/>
          </a:prstGeom>
          <a:solidFill xmlns:a="http://schemas.openxmlformats.org/drawingml/2006/main">
            <a:srgbClr val="EF7138"/>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77" name="Google Shape;177;p4">
            <a:extLst xmlns:a="http://schemas.openxmlformats.org/drawingml/2006/main">
              <a:ext uri="{FF2B5EF4-FFF2-40B4-BE49-F238E27FC236}">
                <a16:creationId xmlns:a16="http://schemas.microsoft.com/office/drawing/2014/main" id="{122F0903-8B1D-47E7-B972-308F39ACC661}"/>
              </a:ext>
            </a:extLst>
          </p:cNvPr>
          <p:cNvSpPr>
            <a:spLocks xmlns:a="http://schemas.openxmlformats.org/drawingml/2006/main" noGrp="1"/>
          </p:cNvSpPr>
          <p:nvPr/>
        </p:nvSpPr>
        <p:spPr>
          <a:xfrm xmlns:a="http://schemas.openxmlformats.org/drawingml/2006/main">
            <a:off x="795528" y="320040"/>
            <a:ext cx="9052560"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1">
                <a:solidFill>
                  <a:srgbClr val="007B80"/>
                </a:solidFill>
                <a:latin typeface="Arial"/>
                <a:ea typeface="Arial"/>
                <a:cs typeface="Arial"/>
              </a:rPr>
              <a:t>INNOVATION</a:t>
            </a:r>
            <a:endParaRPr/>
          </a:p>
        </p:txBody>
      </p:sp>
      <p:sp>
        <p:nvSpPr>
          <p:cNvPr id="178" name="Google Shape;178;p4">
            <a:extLst xmlns:a="http://schemas.openxmlformats.org/drawingml/2006/main">
              <a:ext uri="{FF2B5EF4-FFF2-40B4-BE49-F238E27FC236}">
                <a16:creationId xmlns:a16="http://schemas.microsoft.com/office/drawing/2014/main" id="{5EB5BFEA-FA22-47E6-B589-9F5DD96C9E07}"/>
              </a:ext>
            </a:extLst>
          </p:cNvPr>
          <p:cNvSpPr>
            <a:spLocks xmlns:a="http://schemas.openxmlformats.org/drawingml/2006/main" noGrp="1"/>
          </p:cNvSpPr>
          <p:nvPr/>
        </p:nvSpPr>
        <p:spPr>
          <a:xfrm xmlns:a="http://schemas.openxmlformats.org/drawingml/2006/main">
            <a:off x="603504" y="886968"/>
            <a:ext cx="9235440" cy="6126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3000"/>
            </a:defPPr>
          </a:lstStyle>
          <a:p xmlns:a="http://schemas.openxmlformats.org/drawingml/2006/main">
            <a:pPr marL="0" marR="0" lvl="0" indent="0" algn="l">
              <a:lnSpc>
                <a:spcPct val="105000"/>
              </a:lnSpc>
              <a:spcBef>
                <a:spcPts val="0"/>
              </a:spcBef>
              <a:spcAft>
                <a:spcPts val="0"/>
              </a:spcAft>
              <a:buNone/>
              <a:defRPr sz="3000"/>
            </a:pPr>
            <a:r>
              <a:rPr sz="3000" b="1">
                <a:solidFill>
                  <a:srgbClr val="0C3850"/>
                </a:solidFill>
                <a:latin typeface="Arial"/>
                <a:ea typeface="Arial"/>
                <a:cs typeface="Arial"/>
              </a:rPr>
              <a:t>A practical workflow around the existing queue.</a:t>
            </a:r>
            <a:endParaRPr/>
          </a:p>
        </p:txBody>
      </p:sp>
      <p:sp>
        <p:nvSpPr>
          <p:cNvPr id="179" name="Google Shape;179;p4">
            <a:extLst xmlns:a="http://schemas.openxmlformats.org/drawingml/2006/main">
              <a:ext uri="{FF2B5EF4-FFF2-40B4-BE49-F238E27FC236}">
                <a16:creationId xmlns:a16="http://schemas.microsoft.com/office/drawing/2014/main" id="{F0C86F87-A3CB-4C7D-ABED-6B9BC51AA838}"/>
              </a:ext>
            </a:extLst>
          </p:cNvPr>
          <p:cNvSpPr>
            <a:spLocks xmlns:a="http://schemas.openxmlformats.org/drawingml/2006/main" noGrp="1"/>
          </p:cNvSpPr>
          <p:nvPr/>
        </p:nvSpPr>
        <p:spPr>
          <a:xfrm xmlns:a="http://schemas.openxmlformats.org/drawingml/2006/main">
            <a:off x="603504" y="6364224"/>
            <a:ext cx="16459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025"/>
            </a:defPPr>
          </a:lstStyle>
          <a:p xmlns:a="http://schemas.openxmlformats.org/drawingml/2006/main">
            <a:pPr marL="0" marR="0" lvl="0" indent="0" algn="l">
              <a:lnSpc>
                <a:spcPct val="105000"/>
              </a:lnSpc>
              <a:spcBef>
                <a:spcPts val="0"/>
              </a:spcBef>
              <a:spcAft>
                <a:spcPts val="0"/>
              </a:spcAft>
              <a:buNone/>
              <a:defRPr sz="2025"/>
            </a:pPr>
            <a:r>
              <a:rPr sz="2025" b="0">
                <a:solidFill>
                  <a:srgbClr val="456170"/>
                </a:solidFill>
                <a:latin typeface="Arial"/>
                <a:ea typeface="Arial"/>
                <a:cs typeface="Arial"/>
              </a:rPr>
              <a:t>04 / 10</a:t>
            </a:r>
            <a:endParaRPr/>
          </a:p>
        </p:txBody>
      </p:sp>
      <p:sp>
        <p:nvSpPr>
          <p:cNvPr id="180" name="Google Shape;180;p4">
            <a:extLst xmlns:a="http://schemas.openxmlformats.org/drawingml/2006/main">
              <a:ext uri="{FF2B5EF4-FFF2-40B4-BE49-F238E27FC236}">
                <a16:creationId xmlns:a16="http://schemas.microsoft.com/office/drawing/2014/main" id="{734C1FC4-D33F-4827-99ED-5B4F4938C243}"/>
              </a:ext>
            </a:extLst>
          </p:cNvPr>
          <p:cNvSpPr>
            <a:spLocks xmlns:a="http://schemas.openxmlformats.org/drawingml/2006/main" noGrp="1"/>
          </p:cNvSpPr>
          <p:nvPr/>
        </p:nvSpPr>
        <p:spPr>
          <a:xfrm xmlns:a="http://schemas.openxmlformats.org/drawingml/2006/main">
            <a:off x="649224" y="1828800"/>
            <a:ext cx="10881360" cy="548640"/>
          </a:xfrm>
          <a:prstGeom xmlns:a="http://schemas.openxmlformats.org/drawingml/2006/main" prst="roundRect">
            <a:avLst>
              <a:gd name="adj" fmla="val 12000"/>
            </a:avLst>
          </a:prstGeom>
          <a:solidFill xmlns:a="http://schemas.openxmlformats.org/drawingml/2006/main">
            <a:srgbClr val="0C3850"/>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81" name="Google Shape;181;p4">
            <a:extLst xmlns:a="http://schemas.openxmlformats.org/drawingml/2006/main">
              <a:ext uri="{FF2B5EF4-FFF2-40B4-BE49-F238E27FC236}">
                <a16:creationId xmlns:a16="http://schemas.microsoft.com/office/drawing/2014/main" id="{72FDFF47-6AC6-457B-A386-EEB4DF134496}"/>
              </a:ext>
            </a:extLst>
          </p:cNvPr>
          <p:cNvSpPr>
            <a:spLocks xmlns:a="http://schemas.openxmlformats.org/drawingml/2006/main" noGrp="1"/>
          </p:cNvSpPr>
          <p:nvPr/>
        </p:nvSpPr>
        <p:spPr>
          <a:xfrm xmlns:a="http://schemas.openxmlformats.org/drawingml/2006/main">
            <a:off x="896112" y="1883664"/>
            <a:ext cx="2743200" cy="3931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75"/>
            </a:defPPr>
          </a:lstStyle>
          <a:p xmlns:a="http://schemas.openxmlformats.org/drawingml/2006/main">
            <a:pPr marL="0" marR="0" lvl="0" indent="0" algn="l">
              <a:lnSpc>
                <a:spcPct val="105000"/>
              </a:lnSpc>
              <a:spcBef>
                <a:spcPts val="0"/>
              </a:spcBef>
              <a:spcAft>
                <a:spcPts val="0"/>
              </a:spcAft>
              <a:buNone/>
              <a:defRPr sz="2175"/>
            </a:pPr>
            <a:r>
              <a:rPr sz="2175" b="1">
                <a:solidFill>
                  <a:srgbClr val="FFFFFF"/>
                </a:solidFill>
                <a:latin typeface="Arial"/>
                <a:ea typeface="Arial"/>
                <a:cs typeface="Arial"/>
              </a:rPr>
              <a:t>DESIGN CHOICE</a:t>
            </a:r>
            <a:endParaRPr/>
          </a:p>
        </p:txBody>
      </p:sp>
      <p:sp>
        <p:nvSpPr>
          <p:cNvPr id="182" name="Google Shape;182;p4">
            <a:extLst xmlns:a="http://schemas.openxmlformats.org/drawingml/2006/main">
              <a:ext uri="{FF2B5EF4-FFF2-40B4-BE49-F238E27FC236}">
                <a16:creationId xmlns:a16="http://schemas.microsoft.com/office/drawing/2014/main" id="{CF5238C3-F8D6-4707-B69C-E2B0902CB5A1}"/>
              </a:ext>
            </a:extLst>
          </p:cNvPr>
          <p:cNvSpPr>
            <a:spLocks xmlns:a="http://schemas.openxmlformats.org/drawingml/2006/main" noGrp="1"/>
          </p:cNvSpPr>
          <p:nvPr/>
        </p:nvSpPr>
        <p:spPr>
          <a:xfrm xmlns:a="http://schemas.openxmlformats.org/drawingml/2006/main">
            <a:off x="4261104" y="1883664"/>
            <a:ext cx="6931152" cy="3931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325"/>
            </a:defPPr>
          </a:lstStyle>
          <a:p xmlns:a="http://schemas.openxmlformats.org/drawingml/2006/main">
            <a:pPr marL="0" marR="0" lvl="0" indent="0" algn="l">
              <a:lnSpc>
                <a:spcPct val="105000"/>
              </a:lnSpc>
              <a:spcBef>
                <a:spcPts val="0"/>
              </a:spcBef>
              <a:spcAft>
                <a:spcPts val="0"/>
              </a:spcAft>
              <a:buNone/>
              <a:defRPr sz="2325"/>
            </a:pPr>
            <a:r>
              <a:rPr sz="2325" b="1">
                <a:solidFill>
                  <a:srgbClr val="FFFFFF"/>
                </a:solidFill>
                <a:latin typeface="Arial"/>
                <a:ea typeface="Arial"/>
                <a:cs typeface="Arial"/>
              </a:rPr>
              <a:t>WHAT IT ADDS</a:t>
            </a:r>
            <a:endParaRPr/>
          </a:p>
        </p:txBody>
      </p:sp>
      <p:sp>
        <p:nvSpPr>
          <p:cNvPr id="183" name="Google Shape;183;p4">
            <a:extLst xmlns:a="http://schemas.openxmlformats.org/drawingml/2006/main">
              <a:ext uri="{FF2B5EF4-FFF2-40B4-BE49-F238E27FC236}">
                <a16:creationId xmlns:a16="http://schemas.microsoft.com/office/drawing/2014/main" id="{08BBC345-6ACC-4F3E-8F60-E3482AB8CB71}"/>
              </a:ext>
            </a:extLst>
          </p:cNvPr>
          <p:cNvSpPr>
            <a:spLocks xmlns:a="http://schemas.openxmlformats.org/drawingml/2006/main" noGrp="1"/>
          </p:cNvSpPr>
          <p:nvPr/>
        </p:nvSpPr>
        <p:spPr>
          <a:xfrm xmlns:a="http://schemas.openxmlformats.org/drawingml/2006/main">
            <a:off x="658368" y="2487168"/>
            <a:ext cx="10863072" cy="512064"/>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84" name="Google Shape;184;p4">
            <a:extLst xmlns:a="http://schemas.openxmlformats.org/drawingml/2006/main">
              <a:ext uri="{FF2B5EF4-FFF2-40B4-BE49-F238E27FC236}">
                <a16:creationId xmlns:a16="http://schemas.microsoft.com/office/drawing/2014/main" id="{56282DF4-5C66-4346-89DF-0C3328587B85}"/>
              </a:ext>
            </a:extLst>
          </p:cNvPr>
          <p:cNvSpPr>
            <a:spLocks xmlns:a="http://schemas.openxmlformats.org/drawingml/2006/main" noGrp="1"/>
          </p:cNvSpPr>
          <p:nvPr/>
        </p:nvSpPr>
        <p:spPr>
          <a:xfrm xmlns:a="http://schemas.openxmlformats.org/drawingml/2006/main">
            <a:off x="914400" y="2528316"/>
            <a:ext cx="3063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250"/>
            </a:defPPr>
          </a:lstStyle>
          <a:p xmlns:a="http://schemas.openxmlformats.org/drawingml/2006/main">
            <a:pPr marL="0" marR="0" lvl="0" indent="0" algn="l">
              <a:lnSpc>
                <a:spcPct val="105000"/>
              </a:lnSpc>
              <a:spcBef>
                <a:spcPts val="0"/>
              </a:spcBef>
              <a:spcAft>
                <a:spcPts val="0"/>
              </a:spcAft>
              <a:buNone/>
              <a:defRPr sz="2250"/>
            </a:pPr>
            <a:r>
              <a:rPr sz="2250" b="1">
                <a:solidFill>
                  <a:srgbClr val="007B80"/>
                </a:solidFill>
                <a:latin typeface="Arial"/>
                <a:ea typeface="Arial"/>
                <a:cs typeface="Arial"/>
              </a:rPr>
              <a:t>Fixed tokens</a:t>
            </a:r>
            <a:endParaRPr/>
          </a:p>
        </p:txBody>
      </p:sp>
      <p:sp>
        <p:nvSpPr>
          <p:cNvPr id="185" name="Google Shape;185;p4">
            <a:extLst xmlns:a="http://schemas.openxmlformats.org/drawingml/2006/main">
              <a:ext uri="{FF2B5EF4-FFF2-40B4-BE49-F238E27FC236}">
                <a16:creationId xmlns:a16="http://schemas.microsoft.com/office/drawing/2014/main" id="{4C746DE5-8BA5-46DD-BF86-629AFF0E0EE0}"/>
              </a:ext>
            </a:extLst>
          </p:cNvPr>
          <p:cNvSpPr>
            <a:spLocks xmlns:a="http://schemas.openxmlformats.org/drawingml/2006/main" noGrp="1"/>
          </p:cNvSpPr>
          <p:nvPr/>
        </p:nvSpPr>
        <p:spPr>
          <a:xfrm xmlns:a="http://schemas.openxmlformats.org/drawingml/2006/main">
            <a:off x="4251960" y="2528316"/>
            <a:ext cx="70225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00"/>
            </a:defPPr>
          </a:lstStyle>
          <a:p xmlns:a="http://schemas.openxmlformats.org/drawingml/2006/main">
            <a:pPr marL="0" marR="0" lvl="0" indent="0" algn="l">
              <a:lnSpc>
                <a:spcPct val="105000"/>
              </a:lnSpc>
              <a:spcBef>
                <a:spcPts val="0"/>
              </a:spcBef>
              <a:spcAft>
                <a:spcPts val="0"/>
              </a:spcAft>
              <a:buNone/>
              <a:defRPr sz="2100"/>
            </a:pPr>
            <a:r>
              <a:rPr sz="2100" b="0">
                <a:solidFill>
                  <a:srgbClr val="16374A"/>
                </a:solidFill>
                <a:latin typeface="Arial"/>
                <a:ea typeface="Arial"/>
                <a:cs typeface="Arial"/>
              </a:rPr>
              <a:t>Urgency changes the order; parcha stays the same.</a:t>
            </a:r>
            <a:endParaRPr/>
          </a:p>
        </p:txBody>
      </p:sp>
      <p:sp>
        <p:nvSpPr>
          <p:cNvPr id="186" name="Google Shape;186;p4">
            <a:extLst xmlns:a="http://schemas.openxmlformats.org/drawingml/2006/main">
              <a:ext uri="{FF2B5EF4-FFF2-40B4-BE49-F238E27FC236}">
                <a16:creationId xmlns:a16="http://schemas.microsoft.com/office/drawing/2014/main" id="{532C63D9-6B4B-4040-A6B7-2D40EE6DEDB2}"/>
              </a:ext>
            </a:extLst>
          </p:cNvPr>
          <p:cNvSpPr>
            <a:spLocks xmlns:a="http://schemas.openxmlformats.org/drawingml/2006/main" noGrp="1"/>
          </p:cNvSpPr>
          <p:nvPr/>
        </p:nvSpPr>
        <p:spPr>
          <a:xfrm xmlns:a="http://schemas.openxmlformats.org/drawingml/2006/main">
            <a:off x="658368" y="3072384"/>
            <a:ext cx="10863072" cy="512064"/>
          </a:xfrm>
          <a:prstGeom xmlns:a="http://schemas.openxmlformats.org/drawingml/2006/main" prst="rect">
            <a:avLst/>
          </a:prstGeom>
          <a:solidFill xmlns:a="http://schemas.openxmlformats.org/drawingml/2006/main">
            <a:srgbClr val="F1F8F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87" name="Google Shape;187;p4">
            <a:extLst xmlns:a="http://schemas.openxmlformats.org/drawingml/2006/main">
              <a:ext uri="{FF2B5EF4-FFF2-40B4-BE49-F238E27FC236}">
                <a16:creationId xmlns:a16="http://schemas.microsoft.com/office/drawing/2014/main" id="{F8DE4D44-01C7-4682-87FB-77501918D408}"/>
              </a:ext>
            </a:extLst>
          </p:cNvPr>
          <p:cNvSpPr>
            <a:spLocks xmlns:a="http://schemas.openxmlformats.org/drawingml/2006/main" noGrp="1"/>
          </p:cNvSpPr>
          <p:nvPr/>
        </p:nvSpPr>
        <p:spPr>
          <a:xfrm xmlns:a="http://schemas.openxmlformats.org/drawingml/2006/main">
            <a:off x="914400" y="3113532"/>
            <a:ext cx="3063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250"/>
            </a:defPPr>
          </a:lstStyle>
          <a:p xmlns:a="http://schemas.openxmlformats.org/drawingml/2006/main">
            <a:pPr marL="0" marR="0" lvl="0" indent="0" algn="l">
              <a:lnSpc>
                <a:spcPct val="105000"/>
              </a:lnSpc>
              <a:spcBef>
                <a:spcPts val="0"/>
              </a:spcBef>
              <a:spcAft>
                <a:spcPts val="0"/>
              </a:spcAft>
              <a:buNone/>
              <a:defRPr sz="2250"/>
            </a:pPr>
            <a:r>
              <a:rPr sz="2250" b="1">
                <a:solidFill>
                  <a:srgbClr val="007B80"/>
                </a:solidFill>
                <a:latin typeface="Arial"/>
                <a:ea typeface="Arial"/>
                <a:cs typeface="Arial"/>
              </a:rPr>
              <a:t>Hindi + English</a:t>
            </a:r>
            <a:endParaRPr/>
          </a:p>
        </p:txBody>
      </p:sp>
      <p:sp>
        <p:nvSpPr>
          <p:cNvPr id="188" name="Google Shape;188;p4">
            <a:extLst xmlns:a="http://schemas.openxmlformats.org/drawingml/2006/main">
              <a:ext uri="{FF2B5EF4-FFF2-40B4-BE49-F238E27FC236}">
                <a16:creationId xmlns:a16="http://schemas.microsoft.com/office/drawing/2014/main" id="{F4491084-FB5F-4381-A440-5E0604B01B9B}"/>
              </a:ext>
            </a:extLst>
          </p:cNvPr>
          <p:cNvSpPr>
            <a:spLocks xmlns:a="http://schemas.openxmlformats.org/drawingml/2006/main" noGrp="1"/>
          </p:cNvSpPr>
          <p:nvPr/>
        </p:nvSpPr>
        <p:spPr>
          <a:xfrm xmlns:a="http://schemas.openxmlformats.org/drawingml/2006/main">
            <a:off x="4251960" y="3113532"/>
            <a:ext cx="70225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00"/>
            </a:defPPr>
          </a:lstStyle>
          <a:p xmlns:a="http://schemas.openxmlformats.org/drawingml/2006/main">
            <a:pPr marL="0" marR="0" lvl="0" indent="0" algn="l">
              <a:lnSpc>
                <a:spcPct val="105000"/>
              </a:lnSpc>
              <a:spcBef>
                <a:spcPts val="0"/>
              </a:spcBef>
              <a:spcAft>
                <a:spcPts val="0"/>
              </a:spcAft>
              <a:buNone/>
              <a:defRPr sz="2100"/>
            </a:pPr>
            <a:r>
              <a:rPr sz="2100" b="0">
                <a:solidFill>
                  <a:srgbClr val="16374A"/>
                </a:solidFill>
                <a:latin typeface="Arial"/>
                <a:ea typeface="Arial"/>
                <a:cs typeface="Arial"/>
              </a:rPr>
              <a:t>Original report and translation shown side by side.</a:t>
            </a:r>
            <a:endParaRPr/>
          </a:p>
        </p:txBody>
      </p:sp>
      <p:sp>
        <p:nvSpPr>
          <p:cNvPr id="189" name="Google Shape;189;p4">
            <a:extLst xmlns:a="http://schemas.openxmlformats.org/drawingml/2006/main">
              <a:ext uri="{FF2B5EF4-FFF2-40B4-BE49-F238E27FC236}">
                <a16:creationId xmlns:a16="http://schemas.microsoft.com/office/drawing/2014/main" id="{36FAFE7F-7912-4B35-9ECA-0F1784BFD50B}"/>
              </a:ext>
            </a:extLst>
          </p:cNvPr>
          <p:cNvSpPr>
            <a:spLocks xmlns:a="http://schemas.openxmlformats.org/drawingml/2006/main" noGrp="1"/>
          </p:cNvSpPr>
          <p:nvPr/>
        </p:nvSpPr>
        <p:spPr>
          <a:xfrm xmlns:a="http://schemas.openxmlformats.org/drawingml/2006/main">
            <a:off x="658368" y="3657600"/>
            <a:ext cx="10863072" cy="512064"/>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90" name="Google Shape;190;p4">
            <a:extLst xmlns:a="http://schemas.openxmlformats.org/drawingml/2006/main">
              <a:ext uri="{FF2B5EF4-FFF2-40B4-BE49-F238E27FC236}">
                <a16:creationId xmlns:a16="http://schemas.microsoft.com/office/drawing/2014/main" id="{9E367FC3-5B78-48F3-8DBB-058D5EA72584}"/>
              </a:ext>
            </a:extLst>
          </p:cNvPr>
          <p:cNvSpPr>
            <a:spLocks xmlns:a="http://schemas.openxmlformats.org/drawingml/2006/main" noGrp="1"/>
          </p:cNvSpPr>
          <p:nvPr/>
        </p:nvSpPr>
        <p:spPr>
          <a:xfrm xmlns:a="http://schemas.openxmlformats.org/drawingml/2006/main">
            <a:off x="914400" y="3698748"/>
            <a:ext cx="3063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250"/>
            </a:defPPr>
          </a:lstStyle>
          <a:p xmlns:a="http://schemas.openxmlformats.org/drawingml/2006/main">
            <a:pPr marL="0" marR="0" lvl="0" indent="0" algn="l">
              <a:lnSpc>
                <a:spcPct val="105000"/>
              </a:lnSpc>
              <a:spcBef>
                <a:spcPts val="0"/>
              </a:spcBef>
              <a:spcAft>
                <a:spcPts val="0"/>
              </a:spcAft>
              <a:buNone/>
              <a:defRPr sz="2250"/>
            </a:pPr>
            <a:r>
              <a:rPr sz="2250" b="1">
                <a:solidFill>
                  <a:srgbClr val="007B80"/>
                </a:solidFill>
                <a:latin typeface="Arial"/>
                <a:ea typeface="Arial"/>
                <a:cs typeface="Arial"/>
              </a:rPr>
              <a:t>Fast intake</a:t>
            </a:r>
            <a:endParaRPr/>
          </a:p>
        </p:txBody>
      </p:sp>
      <p:sp>
        <p:nvSpPr>
          <p:cNvPr id="191" name="Google Shape;191;p4">
            <a:extLst xmlns:a="http://schemas.openxmlformats.org/drawingml/2006/main">
              <a:ext uri="{FF2B5EF4-FFF2-40B4-BE49-F238E27FC236}">
                <a16:creationId xmlns:a16="http://schemas.microsoft.com/office/drawing/2014/main" id="{F49DBFE8-9EEC-461B-B9DD-0659E63F2C27}"/>
              </a:ext>
            </a:extLst>
          </p:cNvPr>
          <p:cNvSpPr>
            <a:spLocks xmlns:a="http://schemas.openxmlformats.org/drawingml/2006/main" noGrp="1"/>
          </p:cNvSpPr>
          <p:nvPr/>
        </p:nvSpPr>
        <p:spPr>
          <a:xfrm xmlns:a="http://schemas.openxmlformats.org/drawingml/2006/main">
            <a:off x="4251960" y="3698748"/>
            <a:ext cx="70225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00"/>
            </a:defPPr>
          </a:lstStyle>
          <a:p xmlns:a="http://schemas.openxmlformats.org/drawingml/2006/main">
            <a:pPr marL="0" marR="0" lvl="0" indent="0" algn="l">
              <a:lnSpc>
                <a:spcPct val="105000"/>
              </a:lnSpc>
              <a:spcBef>
                <a:spcPts val="0"/>
              </a:spcBef>
              <a:spcAft>
                <a:spcPts val="0"/>
              </a:spcAft>
              <a:buNone/>
              <a:defRPr sz="2100"/>
            </a:pPr>
            <a:r>
              <a:rPr sz="2100" b="0">
                <a:solidFill>
                  <a:srgbClr val="16374A"/>
                </a:solidFill>
                <a:latin typeface="Arial"/>
                <a:ea typeface="Arial"/>
                <a:cs typeface="Arial"/>
              </a:rPr>
              <a:t>Voice, text or eight grouped checkbox sections.</a:t>
            </a:r>
            <a:endParaRPr/>
          </a:p>
        </p:txBody>
      </p:sp>
      <p:sp>
        <p:nvSpPr>
          <p:cNvPr id="192" name="Google Shape;192;p4">
            <a:extLst xmlns:a="http://schemas.openxmlformats.org/drawingml/2006/main">
              <a:ext uri="{FF2B5EF4-FFF2-40B4-BE49-F238E27FC236}">
                <a16:creationId xmlns:a16="http://schemas.microsoft.com/office/drawing/2014/main" id="{65C597A1-A6E1-4395-AEF4-5CE7731D9093}"/>
              </a:ext>
            </a:extLst>
          </p:cNvPr>
          <p:cNvSpPr>
            <a:spLocks xmlns:a="http://schemas.openxmlformats.org/drawingml/2006/main" noGrp="1"/>
          </p:cNvSpPr>
          <p:nvPr/>
        </p:nvSpPr>
        <p:spPr>
          <a:xfrm xmlns:a="http://schemas.openxmlformats.org/drawingml/2006/main">
            <a:off x="658368" y="4242816"/>
            <a:ext cx="10863072" cy="512064"/>
          </a:xfrm>
          <a:prstGeom xmlns:a="http://schemas.openxmlformats.org/drawingml/2006/main" prst="rect">
            <a:avLst/>
          </a:prstGeom>
          <a:solidFill xmlns:a="http://schemas.openxmlformats.org/drawingml/2006/main">
            <a:srgbClr val="F1F8F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93" name="Google Shape;193;p4">
            <a:extLst xmlns:a="http://schemas.openxmlformats.org/drawingml/2006/main">
              <a:ext uri="{FF2B5EF4-FFF2-40B4-BE49-F238E27FC236}">
                <a16:creationId xmlns:a16="http://schemas.microsoft.com/office/drawing/2014/main" id="{336BE568-F606-41D8-A5E9-2AD2C3178307}"/>
              </a:ext>
            </a:extLst>
          </p:cNvPr>
          <p:cNvSpPr>
            <a:spLocks xmlns:a="http://schemas.openxmlformats.org/drawingml/2006/main" noGrp="1"/>
          </p:cNvSpPr>
          <p:nvPr/>
        </p:nvSpPr>
        <p:spPr>
          <a:xfrm xmlns:a="http://schemas.openxmlformats.org/drawingml/2006/main">
            <a:off x="914400" y="4283964"/>
            <a:ext cx="3063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250"/>
            </a:defPPr>
          </a:lstStyle>
          <a:p xmlns:a="http://schemas.openxmlformats.org/drawingml/2006/main">
            <a:pPr marL="0" marR="0" lvl="0" indent="0" algn="l">
              <a:lnSpc>
                <a:spcPct val="105000"/>
              </a:lnSpc>
              <a:spcBef>
                <a:spcPts val="0"/>
              </a:spcBef>
              <a:spcAft>
                <a:spcPts val="0"/>
              </a:spcAft>
              <a:buNone/>
              <a:defRPr sz="2250"/>
            </a:pPr>
            <a:r>
              <a:rPr sz="2250" b="1">
                <a:solidFill>
                  <a:srgbClr val="007B80"/>
                </a:solidFill>
                <a:latin typeface="Arial"/>
                <a:ea typeface="Arial"/>
                <a:cs typeface="Arial"/>
              </a:rPr>
              <a:t>Rules + live AI</a:t>
            </a:r>
            <a:endParaRPr/>
          </a:p>
        </p:txBody>
      </p:sp>
      <p:sp>
        <p:nvSpPr>
          <p:cNvPr id="194" name="Google Shape;194;p4">
            <a:extLst xmlns:a="http://schemas.openxmlformats.org/drawingml/2006/main">
              <a:ext uri="{FF2B5EF4-FFF2-40B4-BE49-F238E27FC236}">
                <a16:creationId xmlns:a16="http://schemas.microsoft.com/office/drawing/2014/main" id="{565B3DD6-E7CC-451C-84BB-F7D077BB721D}"/>
              </a:ext>
            </a:extLst>
          </p:cNvPr>
          <p:cNvSpPr>
            <a:spLocks xmlns:a="http://schemas.openxmlformats.org/drawingml/2006/main" noGrp="1"/>
          </p:cNvSpPr>
          <p:nvPr/>
        </p:nvSpPr>
        <p:spPr>
          <a:xfrm xmlns:a="http://schemas.openxmlformats.org/drawingml/2006/main">
            <a:off x="4251960" y="4283964"/>
            <a:ext cx="70225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00"/>
            </a:defPPr>
          </a:lstStyle>
          <a:p xmlns:a="http://schemas.openxmlformats.org/drawingml/2006/main">
            <a:pPr marL="0" marR="0" lvl="0" indent="0" algn="l">
              <a:lnSpc>
                <a:spcPct val="105000"/>
              </a:lnSpc>
              <a:spcBef>
                <a:spcPts val="0"/>
              </a:spcBef>
              <a:spcAft>
                <a:spcPts val="0"/>
              </a:spcAft>
              <a:buNone/>
              <a:defRPr sz="2100"/>
            </a:pPr>
            <a:r>
              <a:rPr sz="2100" b="0">
                <a:solidFill>
                  <a:srgbClr val="16374A"/>
                </a:solidFill>
                <a:latin typeface="Arial"/>
                <a:ea typeface="Arial"/>
                <a:cs typeface="Arial"/>
              </a:rPr>
              <a:t>Source guardrails constrain model suggestions.</a:t>
            </a:r>
            <a:endParaRPr/>
          </a:p>
        </p:txBody>
      </p:sp>
      <p:sp>
        <p:nvSpPr>
          <p:cNvPr id="195" name="Google Shape;195;p4">
            <a:extLst xmlns:a="http://schemas.openxmlformats.org/drawingml/2006/main">
              <a:ext uri="{FF2B5EF4-FFF2-40B4-BE49-F238E27FC236}">
                <a16:creationId xmlns:a16="http://schemas.microsoft.com/office/drawing/2014/main" id="{A381828C-6F4B-46CF-A025-5580E8F73192}"/>
              </a:ext>
            </a:extLst>
          </p:cNvPr>
          <p:cNvSpPr>
            <a:spLocks xmlns:a="http://schemas.openxmlformats.org/drawingml/2006/main" noGrp="1"/>
          </p:cNvSpPr>
          <p:nvPr/>
        </p:nvSpPr>
        <p:spPr>
          <a:xfrm xmlns:a="http://schemas.openxmlformats.org/drawingml/2006/main">
            <a:off x="658368" y="4828032"/>
            <a:ext cx="10863072" cy="512064"/>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96" name="Google Shape;196;p4">
            <a:extLst xmlns:a="http://schemas.openxmlformats.org/drawingml/2006/main">
              <a:ext uri="{FF2B5EF4-FFF2-40B4-BE49-F238E27FC236}">
                <a16:creationId xmlns:a16="http://schemas.microsoft.com/office/drawing/2014/main" id="{65A54A89-42E5-442C-83F3-57B16F54121F}"/>
              </a:ext>
            </a:extLst>
          </p:cNvPr>
          <p:cNvSpPr>
            <a:spLocks xmlns:a="http://schemas.openxmlformats.org/drawingml/2006/main" noGrp="1"/>
          </p:cNvSpPr>
          <p:nvPr/>
        </p:nvSpPr>
        <p:spPr>
          <a:xfrm xmlns:a="http://schemas.openxmlformats.org/drawingml/2006/main">
            <a:off x="914400" y="4869180"/>
            <a:ext cx="3063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250"/>
            </a:defPPr>
          </a:lstStyle>
          <a:p xmlns:a="http://schemas.openxmlformats.org/drawingml/2006/main">
            <a:pPr marL="0" marR="0" lvl="0" indent="0" algn="l">
              <a:lnSpc>
                <a:spcPct val="105000"/>
              </a:lnSpc>
              <a:spcBef>
                <a:spcPts val="0"/>
              </a:spcBef>
              <a:spcAft>
                <a:spcPts val="0"/>
              </a:spcAft>
              <a:buNone/>
              <a:defRPr sz="2250"/>
            </a:pPr>
            <a:r>
              <a:rPr sz="2250" b="1">
                <a:solidFill>
                  <a:srgbClr val="007B80"/>
                </a:solidFill>
                <a:latin typeface="Arial"/>
                <a:ea typeface="Arial"/>
                <a:cs typeface="Arial"/>
              </a:rPr>
              <a:t>Staff authority</a:t>
            </a:r>
            <a:endParaRPr/>
          </a:p>
        </p:txBody>
      </p:sp>
      <p:sp>
        <p:nvSpPr>
          <p:cNvPr id="197" name="Google Shape;197;p4">
            <a:extLst xmlns:a="http://schemas.openxmlformats.org/drawingml/2006/main">
              <a:ext uri="{FF2B5EF4-FFF2-40B4-BE49-F238E27FC236}">
                <a16:creationId xmlns:a16="http://schemas.microsoft.com/office/drawing/2014/main" id="{2E19047E-247D-4C52-BC32-9F5319F621DA}"/>
              </a:ext>
            </a:extLst>
          </p:cNvPr>
          <p:cNvSpPr>
            <a:spLocks xmlns:a="http://schemas.openxmlformats.org/drawingml/2006/main" noGrp="1"/>
          </p:cNvSpPr>
          <p:nvPr/>
        </p:nvSpPr>
        <p:spPr>
          <a:xfrm xmlns:a="http://schemas.openxmlformats.org/drawingml/2006/main">
            <a:off x="4251960" y="4869180"/>
            <a:ext cx="70225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00"/>
            </a:defPPr>
          </a:lstStyle>
          <a:p xmlns:a="http://schemas.openxmlformats.org/drawingml/2006/main">
            <a:pPr marL="0" marR="0" lvl="0" indent="0" algn="l">
              <a:lnSpc>
                <a:spcPct val="105000"/>
              </a:lnSpc>
              <a:spcBef>
                <a:spcPts val="0"/>
              </a:spcBef>
              <a:spcAft>
                <a:spcPts val="0"/>
              </a:spcAft>
              <a:buNone/>
              <a:defRPr sz="2100"/>
            </a:pPr>
            <a:r>
              <a:rPr sz="2100" b="0">
                <a:solidFill>
                  <a:srgbClr val="16374A"/>
                </a:solidFill>
                <a:latin typeface="Arial"/>
                <a:ea typeface="Arial"/>
                <a:cs typeface="Arial"/>
              </a:rPr>
              <a:t>Emergency shortcut, overrides and doctor review.</a:t>
            </a:r>
            <a:endParaRPr/>
          </a:p>
        </p:txBody>
      </p:sp>
      <p:sp>
        <p:nvSpPr>
          <p:cNvPr id="198" name="Google Shape;198;p4">
            <a:extLst xmlns:a="http://schemas.openxmlformats.org/drawingml/2006/main">
              <a:ext uri="{FF2B5EF4-FFF2-40B4-BE49-F238E27FC236}">
                <a16:creationId xmlns:a16="http://schemas.microsoft.com/office/drawing/2014/main" id="{E7082EAB-8FF3-4663-AEC1-CF6B70A5F3D0}"/>
              </a:ext>
            </a:extLst>
          </p:cNvPr>
          <p:cNvSpPr>
            <a:spLocks xmlns:a="http://schemas.openxmlformats.org/drawingml/2006/main" noGrp="1"/>
          </p:cNvSpPr>
          <p:nvPr/>
        </p:nvSpPr>
        <p:spPr>
          <a:xfrm xmlns:a="http://schemas.openxmlformats.org/drawingml/2006/main">
            <a:off x="704088" y="5687568"/>
            <a:ext cx="10780776"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75"/>
            </a:defPPr>
          </a:lstStyle>
          <a:p xmlns:a="http://schemas.openxmlformats.org/drawingml/2006/main">
            <a:pPr marL="0" marR="0" lvl="0" indent="0" algn="ctr">
              <a:lnSpc>
                <a:spcPct val="105000"/>
              </a:lnSpc>
              <a:spcBef>
                <a:spcPts val="0"/>
              </a:spcBef>
              <a:spcAft>
                <a:spcPts val="0"/>
              </a:spcAft>
              <a:buNone/>
              <a:defRPr sz="2175"/>
            </a:pPr>
            <a:r>
              <a:rPr sz="2175" b="1">
                <a:solidFill>
                  <a:srgbClr val="0C3850"/>
                </a:solidFill>
                <a:latin typeface="Arial"/>
                <a:ea typeface="Arial"/>
                <a:cs typeface="Arial"/>
              </a:rPr>
              <a:t>Our contribution: OPD workflow, integration and accountable staff decisions.</a:t>
            </a:r>
            <a:endParaRPr/>
          </a:p>
        </p:txBody>
      </p:sp>
    </p:spTree>
    <p:extLst>
      <p:ext uri="{BB962C8B-B14F-4D97-AF65-F5344CB8AC3E}">
        <p14:creationId xmlns:p14="http://schemas.microsoft.com/office/powerpoint/2010/main" val="138736551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62" name="Google Shape;262;p7">
            <a:extLst xmlns:a="http://schemas.openxmlformats.org/drawingml/2006/main">
              <a:ext uri="{FF2B5EF4-FFF2-40B4-BE49-F238E27FC236}">
                <a16:creationId xmlns:a16="http://schemas.microsoft.com/office/drawing/2014/main" id="{66903F86-B6FF-43AA-AC45-0F9D96ABB95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c6327fc9c524c63">
            <a:alphaModFix/>
          </a:blip>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263" name="Google Shape;263;p7">
            <a:extLst xmlns:a="http://schemas.openxmlformats.org/drawingml/2006/main">
              <a:ext uri="{FF2B5EF4-FFF2-40B4-BE49-F238E27FC236}">
                <a16:creationId xmlns:a16="http://schemas.microsoft.com/office/drawing/2014/main" id="{4E3CA42F-691F-4205-A469-3411C6E56DD6}"/>
              </a:ext>
            </a:extLst>
          </p:cNvPr>
          <p:cNvSpPr>
            <a:spLocks xmlns:a="http://schemas.openxmlformats.org/drawingml/2006/main" noGrp="1"/>
          </p:cNvSpPr>
          <p:nvPr/>
        </p:nvSpPr>
        <p:spPr>
          <a:xfrm xmlns:a="http://schemas.openxmlformats.org/drawingml/2006/main">
            <a:off x="603504" y="402336"/>
            <a:ext cx="64008" cy="256032"/>
          </a:xfrm>
          <a:prstGeom xmlns:a="http://schemas.openxmlformats.org/drawingml/2006/main" prst="rect">
            <a:avLst/>
          </a:prstGeom>
          <a:solidFill xmlns:a="http://schemas.openxmlformats.org/drawingml/2006/main">
            <a:srgbClr val="EF7138"/>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64" name="Google Shape;264;p7">
            <a:extLst xmlns:a="http://schemas.openxmlformats.org/drawingml/2006/main">
              <a:ext uri="{FF2B5EF4-FFF2-40B4-BE49-F238E27FC236}">
                <a16:creationId xmlns:a16="http://schemas.microsoft.com/office/drawing/2014/main" id="{9AF1A550-2BAA-4B65-9725-FF504DA0BC7E}"/>
              </a:ext>
            </a:extLst>
          </p:cNvPr>
          <p:cNvSpPr>
            <a:spLocks xmlns:a="http://schemas.openxmlformats.org/drawingml/2006/main" noGrp="1"/>
          </p:cNvSpPr>
          <p:nvPr/>
        </p:nvSpPr>
        <p:spPr>
          <a:xfrm xmlns:a="http://schemas.openxmlformats.org/drawingml/2006/main">
            <a:off x="795528" y="320040"/>
            <a:ext cx="9052560"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1">
                <a:solidFill>
                  <a:srgbClr val="007B80"/>
                </a:solidFill>
                <a:latin typeface="Arial"/>
                <a:ea typeface="Arial"/>
                <a:cs typeface="Arial"/>
              </a:rPr>
              <a:t>WORKING PROTOTYPE</a:t>
            </a:r>
            <a:endParaRPr/>
          </a:p>
        </p:txBody>
      </p:sp>
      <p:sp>
        <p:nvSpPr>
          <p:cNvPr id="265" name="Google Shape;265;p7">
            <a:extLst xmlns:a="http://schemas.openxmlformats.org/drawingml/2006/main">
              <a:ext uri="{FF2B5EF4-FFF2-40B4-BE49-F238E27FC236}">
                <a16:creationId xmlns:a16="http://schemas.microsoft.com/office/drawing/2014/main" id="{DE7E55AA-D56E-469D-88EF-95B37639BA38}"/>
              </a:ext>
            </a:extLst>
          </p:cNvPr>
          <p:cNvSpPr>
            <a:spLocks xmlns:a="http://schemas.openxmlformats.org/drawingml/2006/main" noGrp="1"/>
          </p:cNvSpPr>
          <p:nvPr/>
        </p:nvSpPr>
        <p:spPr>
          <a:xfrm xmlns:a="http://schemas.openxmlformats.org/drawingml/2006/main">
            <a:off x="603504" y="886968"/>
            <a:ext cx="9235440" cy="6126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3225"/>
            </a:defPPr>
          </a:lstStyle>
          <a:p xmlns:a="http://schemas.openxmlformats.org/drawingml/2006/main">
            <a:pPr marL="0" marR="0" lvl="0" indent="0" algn="l">
              <a:lnSpc>
                <a:spcPct val="105000"/>
              </a:lnSpc>
              <a:spcBef>
                <a:spcPts val="0"/>
              </a:spcBef>
              <a:spcAft>
                <a:spcPts val="0"/>
              </a:spcAft>
              <a:buNone/>
              <a:defRPr sz="3225"/>
            </a:pPr>
            <a:r>
              <a:rPr sz="3225" b="1">
                <a:solidFill>
                  <a:srgbClr val="0C3850"/>
                </a:solidFill>
                <a:latin typeface="Arial"/>
                <a:ea typeface="Arial"/>
                <a:cs typeface="Arial"/>
              </a:rPr>
              <a:t>Live app. A complete staff review loop.</a:t>
            </a:r>
            <a:endParaRPr/>
          </a:p>
        </p:txBody>
      </p:sp>
      <p:sp>
        <p:nvSpPr>
          <p:cNvPr id="266" name="Google Shape;266;p7">
            <a:extLst xmlns:a="http://schemas.openxmlformats.org/drawingml/2006/main">
              <a:ext uri="{FF2B5EF4-FFF2-40B4-BE49-F238E27FC236}">
                <a16:creationId xmlns:a16="http://schemas.microsoft.com/office/drawing/2014/main" id="{B10E6B14-CF6B-4ABE-8B3D-C26AB2754E39}"/>
              </a:ext>
            </a:extLst>
          </p:cNvPr>
          <p:cNvSpPr>
            <a:spLocks xmlns:a="http://schemas.openxmlformats.org/drawingml/2006/main" noGrp="1"/>
          </p:cNvSpPr>
          <p:nvPr/>
        </p:nvSpPr>
        <p:spPr>
          <a:xfrm xmlns:a="http://schemas.openxmlformats.org/drawingml/2006/main">
            <a:off x="603504" y="6364224"/>
            <a:ext cx="16459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025"/>
            </a:defPPr>
          </a:lstStyle>
          <a:p xmlns:a="http://schemas.openxmlformats.org/drawingml/2006/main">
            <a:pPr marL="0" marR="0" lvl="0" indent="0" algn="l">
              <a:lnSpc>
                <a:spcPct val="105000"/>
              </a:lnSpc>
              <a:spcBef>
                <a:spcPts val="0"/>
              </a:spcBef>
              <a:spcAft>
                <a:spcPts val="0"/>
              </a:spcAft>
              <a:buNone/>
              <a:defRPr sz="2025"/>
            </a:pPr>
            <a:r>
              <a:rPr sz="2025" b="0">
                <a:solidFill>
                  <a:srgbClr val="456170"/>
                </a:solidFill>
                <a:latin typeface="Arial"/>
                <a:ea typeface="Arial"/>
                <a:cs typeface="Arial"/>
              </a:rPr>
              <a:t>05 / 10</a:t>
            </a:r>
            <a:endParaRPr/>
          </a:p>
        </p:txBody>
      </p:sp>
      <p:sp>
        <p:nvSpPr>
          <p:cNvPr id="267" name="Google Shape;267;p7">
            <a:extLst xmlns:a="http://schemas.openxmlformats.org/drawingml/2006/main">
              <a:ext uri="{FF2B5EF4-FFF2-40B4-BE49-F238E27FC236}">
                <a16:creationId xmlns:a16="http://schemas.microsoft.com/office/drawing/2014/main" id="{9F759039-5B3F-41BE-8201-B5CE67AED9AE}"/>
              </a:ext>
            </a:extLst>
          </p:cNvPr>
          <p:cNvSpPr>
            <a:spLocks xmlns:a="http://schemas.openxmlformats.org/drawingml/2006/main" noGrp="1"/>
          </p:cNvSpPr>
          <p:nvPr/>
        </p:nvSpPr>
        <p:spPr>
          <a:xfrm xmlns:a="http://schemas.openxmlformats.org/drawingml/2006/main">
            <a:off x="647700" y="1533525"/>
            <a:ext cx="108775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00"/>
            </a:defPPr>
          </a:lstStyle>
          <a:p xmlns:a="http://schemas.openxmlformats.org/drawingml/2006/main">
            <a:pPr marL="0" marR="0" lvl="0" indent="0" algn="l">
              <a:spcBef>
                <a:spcPts val="0"/>
              </a:spcBef>
              <a:spcAft>
                <a:spcPts val="0"/>
              </a:spcAft>
              <a:buNone/>
              <a:defRPr sz="2100"/>
            </a:pPr>
            <a:r>
              <a:rPr sz="2100">
                <a:solidFill>
                  <a:schemeClr val="dk1"/>
                </a:solidFill>
                <a:latin typeface="Arial"/>
                <a:ea typeface="Arial"/>
                <a:cs typeface="Arial"/>
              </a:rPr>
              <a:t>40 synthetic patients • 3 Immediate / 7 Soon / 30 Routine</a:t>
            </a:r>
            <a:endParaRPr/>
          </a:p>
        </p:txBody>
      </p:sp>
      <p:pic>
        <p:nvPicPr>
          <p:cNvPr id="268" name="">
            <a:extLst xmlns:a="http://schemas.openxmlformats.org/drawingml/2006/main">
              <a:ext uri="{FF2B5EF4-FFF2-40B4-BE49-F238E27FC236}">
                <a16:creationId xmlns:a16="http://schemas.microsoft.com/office/drawing/2014/main" id="{6781F355-6B52-4F56-8B88-6720AC591709}"/>
              </a:ext>
            </a:extLst>
          </p:cNvPr>
          <p:cNvPicPr>
            <a:picLocks xmlns:a="http://schemas.openxmlformats.org/drawingml/2006/main" noChangeAspect="1"/>
          </p:cNvPicPr>
          <p:nvPr/>
        </p:nvPicPr>
        <p:blipFill>
          <a:blip xmlns:r="http://schemas.openxmlformats.org/officeDocument/2006/relationships" xmlns:a="http://schemas.openxmlformats.org/drawingml/2006/main" r:embed="Rc1603fe6abb14bec"/>
          <a:srcRect xmlns:a="http://schemas.openxmlformats.org/drawingml/2006/main" l="14000" t="14300" r="1500" b="23900"/>
          <a:stretch xmlns:a="http://schemas.openxmlformats.org/drawingml/2006/main"/>
        </p:blipFill>
        <p:spPr>
          <a:xfrm xmlns:a="http://schemas.openxmlformats.org/drawingml/2006/main">
            <a:off x="647700" y="2028825"/>
            <a:ext cx="6172200" cy="4200525"/>
          </a:xfrm>
          <a:prstGeom xmlns:a="http://schemas.openxmlformats.org/drawingml/2006/main" prst="rect">
            <a:avLst/>
          </a:prstGeom>
        </p:spPr>
      </p:pic>
      <p:sp>
        <p:nvSpPr>
          <p:cNvPr id="269" name="demo-step1">
            <a:extLst xmlns:a="http://schemas.openxmlformats.org/drawingml/2006/main">
              <a:ext uri="{FF2B5EF4-FFF2-40B4-BE49-F238E27FC236}">
                <a16:creationId xmlns:a16="http://schemas.microsoft.com/office/drawing/2014/main" id="{9DBB163B-C8FF-4C57-9797-B657C629502E}"/>
              </a:ext>
            </a:extLst>
          </p:cNvPr>
          <p:cNvSpPr>
            <a:spLocks xmlns:a="http://schemas.openxmlformats.org/drawingml/2006/main" noGrp="1"/>
          </p:cNvSpPr>
          <p:nvPr/>
        </p:nvSpPr>
        <p:spPr>
          <a:xfrm xmlns:a="http://schemas.openxmlformats.org/drawingml/2006/main">
            <a:off x="7458075" y="2190750"/>
            <a:ext cx="4057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1">
                <a:solidFill>
                  <a:srgbClr val="007B80"/>
                </a:solidFill>
                <a:latin typeface="Arial"/>
                <a:ea typeface="Arial"/>
                <a:cs typeface="Arial"/>
              </a:defRPr>
            </a:defPPr>
          </a:lstStyle>
          <a:p xmlns:a="http://schemas.openxmlformats.org/drawingml/2006/main">
            <a:pPr>
              <a:defRPr sz="2250" b="1">
                <a:solidFill>
                  <a:srgbClr val="007B80"/>
                </a:solidFill>
                <a:latin typeface="Arial"/>
                <a:ea typeface="Arial"/>
                <a:cs typeface="Arial"/>
              </a:defRPr>
            </a:pPr>
            <a:r>
              <a:rPr sz="2250" b="1">
                <a:solidFill>
                  <a:srgbClr val="007B80"/>
                </a:solidFill>
                <a:latin typeface="Arial"/>
                <a:ea typeface="Arial"/>
                <a:cs typeface="Arial"/>
              </a:rPr>
              <a:t>1  Show live assessment</a:t>
            </a:r>
          </a:p>
        </p:txBody>
      </p:sp>
      <p:sp>
        <p:nvSpPr>
          <p:cNvPr id="270" name="demo-step1-detail">
            <a:extLst xmlns:a="http://schemas.openxmlformats.org/drawingml/2006/main">
              <a:ext uri="{FF2B5EF4-FFF2-40B4-BE49-F238E27FC236}">
                <a16:creationId xmlns:a16="http://schemas.microsoft.com/office/drawing/2014/main" id="{DCD58FC7-682C-46FF-8F82-2BAC4B5506A3}"/>
              </a:ext>
            </a:extLst>
          </p:cNvPr>
          <p:cNvSpPr>
            <a:spLocks xmlns:a="http://schemas.openxmlformats.org/drawingml/2006/main" noGrp="1"/>
          </p:cNvSpPr>
          <p:nvPr/>
        </p:nvSpPr>
        <p:spPr>
          <a:xfrm xmlns:a="http://schemas.openxmlformats.org/drawingml/2006/main">
            <a:off x="7458075" y="2628900"/>
            <a:ext cx="4057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025" b="0">
                <a:solidFill>
                  <a:srgbClr val="0C3850"/>
                </a:solidFill>
                <a:latin typeface="Arial"/>
                <a:ea typeface="Arial"/>
                <a:cs typeface="Arial"/>
              </a:defRPr>
            </a:defPPr>
          </a:lstStyle>
          <a:p xmlns:a="http://schemas.openxmlformats.org/drawingml/2006/main">
            <a:pPr>
              <a:defRPr sz="2025" b="0">
                <a:solidFill>
                  <a:srgbClr val="0C3850"/>
                </a:solidFill>
                <a:latin typeface="Arial"/>
                <a:ea typeface="Arial"/>
                <a:cs typeface="Arial"/>
              </a:defRPr>
            </a:pPr>
            <a:r>
              <a:rPr sz="2025" b="0">
                <a:solidFill>
                  <a:srgbClr val="0C3850"/>
                </a:solidFill>
                <a:latin typeface="Arial"/>
                <a:ea typeface="Arial"/>
                <a:cs typeface="Arial"/>
              </a:rPr>
              <a:t>Priority + reason, with original</a:t>
            </a:r>
          </a:p>
          <a:p xmlns:a="http://schemas.openxmlformats.org/drawingml/2006/main">
            <a:pPr>
              <a:defRPr sz="2025" b="0">
                <a:solidFill>
                  <a:srgbClr val="0C3850"/>
                </a:solidFill>
                <a:latin typeface="Arial"/>
                <a:ea typeface="Arial"/>
                <a:cs typeface="Arial"/>
              </a:defRPr>
            </a:pPr>
            <a:r>
              <a:rPr sz="2025" b="0">
                <a:solidFill>
                  <a:srgbClr val="0C3850"/>
                </a:solidFill>
                <a:latin typeface="Arial"/>
                <a:ea typeface="Arial"/>
                <a:cs typeface="Arial"/>
              </a:rPr>
              <a:t>and translated symptoms.</a:t>
            </a:r>
          </a:p>
        </p:txBody>
      </p:sp>
      <p:sp>
        <p:nvSpPr>
          <p:cNvPr id="271" name="demo-step2">
            <a:extLst xmlns:a="http://schemas.openxmlformats.org/drawingml/2006/main">
              <a:ext uri="{FF2B5EF4-FFF2-40B4-BE49-F238E27FC236}">
                <a16:creationId xmlns:a16="http://schemas.microsoft.com/office/drawing/2014/main" id="{E273AE21-C0BE-449F-B0F5-3E07427BC3A7}"/>
              </a:ext>
            </a:extLst>
          </p:cNvPr>
          <p:cNvSpPr>
            <a:spLocks xmlns:a="http://schemas.openxmlformats.org/drawingml/2006/main" noGrp="1"/>
          </p:cNvSpPr>
          <p:nvPr/>
        </p:nvSpPr>
        <p:spPr>
          <a:xfrm xmlns:a="http://schemas.openxmlformats.org/drawingml/2006/main">
            <a:off x="7458075" y="3400425"/>
            <a:ext cx="4057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07B80"/>
                </a:solidFill>
                <a:latin typeface="Arial"/>
                <a:ea typeface="Arial"/>
                <a:cs typeface="Arial"/>
              </a:defRPr>
            </a:defPPr>
          </a:lstStyle>
          <a:p xmlns:a="http://schemas.openxmlformats.org/drawingml/2006/main">
            <a:pPr>
              <a:defRPr sz="2100" b="1">
                <a:solidFill>
                  <a:srgbClr val="007B80"/>
                </a:solidFill>
                <a:latin typeface="Arial"/>
                <a:ea typeface="Arial"/>
                <a:cs typeface="Arial"/>
              </a:defRPr>
            </a:pPr>
            <a:r>
              <a:rPr sz="2100" b="1">
                <a:solidFill>
                  <a:srgbClr val="007B80"/>
                </a:solidFill>
                <a:latin typeface="Arial"/>
                <a:ea typeface="Arial"/>
                <a:cs typeface="Arial"/>
              </a:rPr>
              <a:t>2  Demonstrate staff control</a:t>
            </a:r>
          </a:p>
        </p:txBody>
      </p:sp>
      <p:sp>
        <p:nvSpPr>
          <p:cNvPr id="272" name="demo-step2-detail">
            <a:extLst xmlns:a="http://schemas.openxmlformats.org/drawingml/2006/main">
              <a:ext uri="{FF2B5EF4-FFF2-40B4-BE49-F238E27FC236}">
                <a16:creationId xmlns:a16="http://schemas.microsoft.com/office/drawing/2014/main" id="{44299C04-FEED-4EEC-861D-CDD834414C5D}"/>
              </a:ext>
            </a:extLst>
          </p:cNvPr>
          <p:cNvSpPr>
            <a:spLocks xmlns:a="http://schemas.openxmlformats.org/drawingml/2006/main" noGrp="1"/>
          </p:cNvSpPr>
          <p:nvPr/>
        </p:nvSpPr>
        <p:spPr>
          <a:xfrm xmlns:a="http://schemas.openxmlformats.org/drawingml/2006/main">
            <a:off x="7458075" y="3829050"/>
            <a:ext cx="4057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025" b="0">
                <a:solidFill>
                  <a:srgbClr val="0C3850"/>
                </a:solidFill>
                <a:latin typeface="Arial"/>
                <a:ea typeface="Arial"/>
                <a:cs typeface="Arial"/>
              </a:defRPr>
            </a:defPPr>
          </a:lstStyle>
          <a:p xmlns:a="http://schemas.openxmlformats.org/drawingml/2006/main">
            <a:pPr>
              <a:defRPr sz="2025" b="0">
                <a:solidFill>
                  <a:srgbClr val="0C3850"/>
                </a:solidFill>
                <a:latin typeface="Arial"/>
                <a:ea typeface="Arial"/>
                <a:cs typeface="Arial"/>
              </a:defRPr>
            </a:pPr>
            <a:r>
              <a:rPr sz="2025" b="0">
                <a:solidFill>
                  <a:srgbClr val="0C3850"/>
                </a:solidFill>
                <a:latin typeface="Arial"/>
                <a:ea typeface="Arial"/>
                <a:cs typeface="Arial"/>
              </a:rPr>
              <a:t>Anita: add reason + pulse,</a:t>
            </a:r>
          </a:p>
          <a:p xmlns:a="http://schemas.openxmlformats.org/drawingml/2006/main">
            <a:pPr>
              <a:defRPr sz="2025" b="0">
                <a:solidFill>
                  <a:srgbClr val="0C3850"/>
                </a:solidFill>
                <a:latin typeface="Arial"/>
                <a:ea typeface="Arial"/>
                <a:cs typeface="Arial"/>
              </a:defRPr>
            </a:pPr>
            <a:r>
              <a:rPr sz="2025" b="0">
                <a:solidFill>
                  <a:srgbClr val="0C3850"/>
                </a:solidFill>
                <a:latin typeface="Arial"/>
                <a:ea typeface="Arial"/>
                <a:cs typeface="Arial"/>
              </a:rPr>
              <a:t>change priority, keep the token.</a:t>
            </a:r>
          </a:p>
          <a:p xmlns:a="http://schemas.openxmlformats.org/drawingml/2006/main">
            <a:pPr>
              <a:defRPr sz="2025" b="0">
                <a:solidFill>
                  <a:srgbClr val="0C3850"/>
                </a:solidFill>
                <a:latin typeface="Arial"/>
                <a:ea typeface="Arial"/>
                <a:cs typeface="Arial"/>
              </a:defRPr>
            </a:pPr>
            <a:r>
              <a:rPr sz="2025" b="0">
                <a:solidFill>
                  <a:srgbClr val="0C3850"/>
                </a:solidFill>
                <a:latin typeface="Arial"/>
                <a:ea typeface="Arial"/>
                <a:cs typeface="Arial"/>
              </a:rPr>
              <a:t>Then show the audit history.</a:t>
            </a:r>
          </a:p>
        </p:txBody>
      </p:sp>
      <p:sp>
        <p:nvSpPr>
          <p:cNvPr id="273" name="demo-verified">
            <a:extLst xmlns:a="http://schemas.openxmlformats.org/drawingml/2006/main">
              <a:ext uri="{FF2B5EF4-FFF2-40B4-BE49-F238E27FC236}">
                <a16:creationId xmlns:a16="http://schemas.microsoft.com/office/drawing/2014/main" id="{EF4D29C4-12F7-4369-96A3-45F35F2AA50C}"/>
              </a:ext>
            </a:extLst>
          </p:cNvPr>
          <p:cNvSpPr>
            <a:spLocks xmlns:a="http://schemas.openxmlformats.org/drawingml/2006/main" noGrp="1"/>
          </p:cNvSpPr>
          <p:nvPr/>
        </p:nvSpPr>
        <p:spPr>
          <a:xfrm xmlns:a="http://schemas.openxmlformats.org/drawingml/2006/main">
            <a:off x="7458075" y="5019675"/>
            <a:ext cx="4057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456170"/>
                </a:solidFill>
                <a:latin typeface="Arial"/>
                <a:ea typeface="Arial"/>
                <a:cs typeface="Arial"/>
              </a:defRPr>
            </a:defPPr>
          </a:lstStyle>
          <a:p xmlns:a="http://schemas.openxmlformats.org/drawingml/2006/main">
            <a:pPr>
              <a:defRPr sz="1875" b="0">
                <a:solidFill>
                  <a:srgbClr val="456170"/>
                </a:solidFill>
                <a:latin typeface="Arial"/>
                <a:ea typeface="Arial"/>
                <a:cs typeface="Arial"/>
              </a:defRPr>
            </a:pPr>
            <a:r>
              <a:rPr sz="1875" b="0">
                <a:solidFill>
                  <a:srgbClr val="456170"/>
                </a:solidFill>
                <a:latin typeface="Arial"/>
                <a:ea typeface="Arial"/>
                <a:cs typeface="Arial"/>
              </a:rPr>
              <a:t>195 backend + 9 frontend tests</a:t>
            </a:r>
          </a:p>
          <a:p xmlns:a="http://schemas.openxmlformats.org/drawingml/2006/main">
            <a:pPr>
              <a:defRPr sz="1875" b="0">
                <a:solidFill>
                  <a:srgbClr val="456170"/>
                </a:solidFill>
                <a:latin typeface="Arial"/>
                <a:ea typeface="Arial"/>
                <a:cs typeface="Arial"/>
              </a:defRPr>
            </a:pPr>
            <a:r>
              <a:rPr sz="1875" b="0">
                <a:solidFill>
                  <a:srgbClr val="456170"/>
                </a:solidFill>
                <a:latin typeface="Arial"/>
                <a:ea typeface="Arial"/>
                <a:cs typeface="Arial"/>
              </a:rPr>
              <a:t>7 affected browser scenarios</a:t>
            </a:r>
          </a:p>
        </p:txBody>
      </p:sp>
      <p:sp>
        <p:nvSpPr>
          <p:cNvPr id="274" name="live-url">
            <a:extLst xmlns:a="http://schemas.openxmlformats.org/drawingml/2006/main">
              <a:ext uri="{FF2B5EF4-FFF2-40B4-BE49-F238E27FC236}">
                <a16:creationId xmlns:a16="http://schemas.microsoft.com/office/drawing/2014/main" id="{F6BF6DA2-4360-4670-9308-D025EF5DC8AC}"/>
              </a:ext>
            </a:extLst>
          </p:cNvPr>
          <p:cNvSpPr>
            <a:spLocks xmlns:a="http://schemas.openxmlformats.org/drawingml/2006/main" noGrp="1"/>
          </p:cNvSpPr>
          <p:nvPr/>
        </p:nvSpPr>
        <p:spPr>
          <a:xfrm xmlns:a="http://schemas.openxmlformats.org/drawingml/2006/main">
            <a:off x="2524125" y="6362700"/>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07B80"/>
                </a:solidFill>
                <a:latin typeface="Arial"/>
                <a:ea typeface="Arial"/>
                <a:cs typeface="Arial"/>
              </a:defRPr>
            </a:defPPr>
          </a:lstStyle>
          <a:p xmlns:a="http://schemas.openxmlformats.org/drawingml/2006/main">
            <a:pPr>
              <a:defRPr sz="2100" b="1">
                <a:solidFill>
                  <a:srgbClr val="007B80"/>
                </a:solidFill>
                <a:latin typeface="Arial"/>
                <a:ea typeface="Arial"/>
                <a:cs typeface="Arial"/>
              </a:defRPr>
            </a:pPr>
            <a:r>
              <a:rPr sz="2100" b="1">
                <a:solidFill>
                  <a:srgbClr val="007B80"/>
                </a:solidFill>
                <a:latin typeface="Arial"/>
                <a:ea typeface="Arial"/>
                <a:cs typeface="Arial"/>
                <a:hlinkClick xmlns:r="http://schemas.openxmlformats.org/officeDocument/2006/relationships" r:id="Rded6220e7b1f42bd"/>
              </a:rPr>
              <a:t>opd-raq-aia.onrender.com</a:t>
            </a:r>
          </a:p>
        </p:txBody>
      </p:sp>
    </p:spTree>
    <p:extLst>
      <p:ext uri="{BB962C8B-B14F-4D97-AF65-F5344CB8AC3E}">
        <p14:creationId xmlns:p14="http://schemas.microsoft.com/office/powerpoint/2010/main" val="64375489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62" name="Google Shape;262;p7">
            <a:extLst xmlns:a="http://schemas.openxmlformats.org/drawingml/2006/main">
              <a:ext uri="{FF2B5EF4-FFF2-40B4-BE49-F238E27FC236}">
                <a16:creationId xmlns:a16="http://schemas.microsoft.com/office/drawing/2014/main" id="{66903F86-B6FF-43AA-AC45-0F9D96ABB95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08ce65e320a41ae">
            <a:alphaModFix/>
          </a:blip>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263" name="Google Shape;263;p7">
            <a:extLst xmlns:a="http://schemas.openxmlformats.org/drawingml/2006/main">
              <a:ext uri="{FF2B5EF4-FFF2-40B4-BE49-F238E27FC236}">
                <a16:creationId xmlns:a16="http://schemas.microsoft.com/office/drawing/2014/main" id="{4E3CA42F-691F-4205-A469-3411C6E56DD6}"/>
              </a:ext>
            </a:extLst>
          </p:cNvPr>
          <p:cNvSpPr>
            <a:spLocks xmlns:a="http://schemas.openxmlformats.org/drawingml/2006/main" noGrp="1"/>
          </p:cNvSpPr>
          <p:nvPr/>
        </p:nvSpPr>
        <p:spPr>
          <a:xfrm xmlns:a="http://schemas.openxmlformats.org/drawingml/2006/main">
            <a:off x="603504" y="402336"/>
            <a:ext cx="64008" cy="256032"/>
          </a:xfrm>
          <a:prstGeom xmlns:a="http://schemas.openxmlformats.org/drawingml/2006/main" prst="rect">
            <a:avLst/>
          </a:prstGeom>
          <a:solidFill xmlns:a="http://schemas.openxmlformats.org/drawingml/2006/main">
            <a:srgbClr val="EF7138"/>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64" name="Google Shape;264;p7">
            <a:extLst xmlns:a="http://schemas.openxmlformats.org/drawingml/2006/main">
              <a:ext uri="{FF2B5EF4-FFF2-40B4-BE49-F238E27FC236}">
                <a16:creationId xmlns:a16="http://schemas.microsoft.com/office/drawing/2014/main" id="{9AF1A550-2BAA-4B65-9725-FF504DA0BC7E}"/>
              </a:ext>
            </a:extLst>
          </p:cNvPr>
          <p:cNvSpPr>
            <a:spLocks xmlns:a="http://schemas.openxmlformats.org/drawingml/2006/main" noGrp="1"/>
          </p:cNvSpPr>
          <p:nvPr/>
        </p:nvSpPr>
        <p:spPr>
          <a:xfrm xmlns:a="http://schemas.openxmlformats.org/drawingml/2006/main">
            <a:off x="795528" y="320040"/>
            <a:ext cx="9052560"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1">
                <a:solidFill>
                  <a:srgbClr val="007B80"/>
                </a:solidFill>
                <a:latin typeface="Arial"/>
                <a:ea typeface="Arial"/>
                <a:cs typeface="Arial"/>
              </a:rPr>
              <a:t>HEALTHCARE EXPERIENCE</a:t>
            </a:r>
            <a:endParaRPr/>
          </a:p>
        </p:txBody>
      </p:sp>
      <p:sp>
        <p:nvSpPr>
          <p:cNvPr id="265" name="Google Shape;265;p7">
            <a:extLst xmlns:a="http://schemas.openxmlformats.org/drawingml/2006/main">
              <a:ext uri="{FF2B5EF4-FFF2-40B4-BE49-F238E27FC236}">
                <a16:creationId xmlns:a16="http://schemas.microsoft.com/office/drawing/2014/main" id="{DE7E55AA-D56E-469D-88EF-95B37639BA38}"/>
              </a:ext>
            </a:extLst>
          </p:cNvPr>
          <p:cNvSpPr>
            <a:spLocks xmlns:a="http://schemas.openxmlformats.org/drawingml/2006/main" noGrp="1"/>
          </p:cNvSpPr>
          <p:nvPr/>
        </p:nvSpPr>
        <p:spPr>
          <a:xfrm xmlns:a="http://schemas.openxmlformats.org/drawingml/2006/main">
            <a:off x="603504" y="886968"/>
            <a:ext cx="9235440" cy="6126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3150"/>
            </a:defPPr>
          </a:lstStyle>
          <a:p xmlns:a="http://schemas.openxmlformats.org/drawingml/2006/main">
            <a:pPr marL="0" marR="0" lvl="0" indent="0" algn="l">
              <a:lnSpc>
                <a:spcPct val="105000"/>
              </a:lnSpc>
              <a:spcBef>
                <a:spcPts val="0"/>
              </a:spcBef>
              <a:spcAft>
                <a:spcPts val="0"/>
              </a:spcAft>
              <a:buNone/>
              <a:defRPr sz="3150"/>
            </a:pPr>
            <a:r>
              <a:rPr sz="3150" b="1">
                <a:solidFill>
                  <a:srgbClr val="0C3850"/>
                </a:solidFill>
                <a:latin typeface="Arial"/>
                <a:ea typeface="Arial"/>
                <a:cs typeface="Arial"/>
              </a:rPr>
              <a:t>Clinical and engineering backgrounds.</a:t>
            </a:r>
            <a:endParaRPr/>
          </a:p>
        </p:txBody>
      </p:sp>
      <p:sp>
        <p:nvSpPr>
          <p:cNvPr id="266" name="Google Shape;266;p7">
            <a:extLst xmlns:a="http://schemas.openxmlformats.org/drawingml/2006/main">
              <a:ext uri="{FF2B5EF4-FFF2-40B4-BE49-F238E27FC236}">
                <a16:creationId xmlns:a16="http://schemas.microsoft.com/office/drawing/2014/main" id="{B10E6B14-CF6B-4ABE-8B3D-C26AB2754E39}"/>
              </a:ext>
            </a:extLst>
          </p:cNvPr>
          <p:cNvSpPr>
            <a:spLocks xmlns:a="http://schemas.openxmlformats.org/drawingml/2006/main" noGrp="1"/>
          </p:cNvSpPr>
          <p:nvPr/>
        </p:nvSpPr>
        <p:spPr>
          <a:xfrm xmlns:a="http://schemas.openxmlformats.org/drawingml/2006/main">
            <a:off x="603504" y="6364224"/>
            <a:ext cx="16459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025"/>
            </a:defPPr>
          </a:lstStyle>
          <a:p xmlns:a="http://schemas.openxmlformats.org/drawingml/2006/main">
            <a:pPr marL="0" marR="0" lvl="0" indent="0" algn="l">
              <a:lnSpc>
                <a:spcPct val="105000"/>
              </a:lnSpc>
              <a:spcBef>
                <a:spcPts val="0"/>
              </a:spcBef>
              <a:spcAft>
                <a:spcPts val="0"/>
              </a:spcAft>
              <a:buNone/>
              <a:defRPr sz="2025"/>
            </a:pPr>
            <a:r>
              <a:rPr sz="2025" b="0">
                <a:solidFill>
                  <a:srgbClr val="456170"/>
                </a:solidFill>
                <a:latin typeface="Arial"/>
                <a:ea typeface="Arial"/>
                <a:cs typeface="Arial"/>
              </a:rPr>
              <a:t>06 / 10</a:t>
            </a:r>
            <a:endParaRPr/>
          </a:p>
        </p:txBody>
      </p:sp>
      <p:sp>
        <p:nvSpPr>
          <p:cNvPr id="267" name="Google Shape;267;p7">
            <a:extLst xmlns:a="http://schemas.openxmlformats.org/drawingml/2006/main">
              <a:ext uri="{FF2B5EF4-FFF2-40B4-BE49-F238E27FC236}">
                <a16:creationId xmlns:a16="http://schemas.microsoft.com/office/drawing/2014/main" id="{9F759039-5B3F-41BE-8201-B5CE67AED9AE}"/>
              </a:ext>
            </a:extLst>
          </p:cNvPr>
          <p:cNvSpPr>
            <a:spLocks xmlns:a="http://schemas.openxmlformats.org/drawingml/2006/main" noGrp="1"/>
          </p:cNvSpPr>
          <p:nvPr/>
        </p:nvSpPr>
        <p:spPr>
          <a:xfrm xmlns:a="http://schemas.openxmlformats.org/drawingml/2006/main">
            <a:off x="649224" y="1709928"/>
            <a:ext cx="10881360"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75"/>
            </a:defPPr>
          </a:lstStyle>
          <a:p xmlns:a="http://schemas.openxmlformats.org/drawingml/2006/main">
            <a:pPr marL="0" marR="0" lvl="0" indent="0" algn="l">
              <a:spcBef>
                <a:spcPts val="0"/>
              </a:spcBef>
              <a:spcAft>
                <a:spcPts val="0"/>
              </a:spcAft>
              <a:buNone/>
              <a:defRPr sz="2175"/>
            </a:pPr>
            <a:r>
              <a:rPr sz="2175">
                <a:solidFill>
                  <a:schemeClr val="dk1"/>
                </a:solidFill>
                <a:latin typeface="Arial"/>
                <a:ea typeface="Arial"/>
                <a:cs typeface="Arial"/>
              </a:rPr>
              <a:t>Designed for a government general OPD in Gorakhpur, Uttar Pradesh.</a:t>
            </a:r>
            <a:endParaRPr/>
          </a:p>
        </p:txBody>
      </p:sp>
      <p:sp>
        <p:nvSpPr>
          <p:cNvPr id="268" name="Google Shape;268;p7">
            <a:extLst xmlns:a="http://schemas.openxmlformats.org/drawingml/2006/main">
              <a:ext uri="{FF2B5EF4-FFF2-40B4-BE49-F238E27FC236}">
                <a16:creationId xmlns:a16="http://schemas.microsoft.com/office/drawing/2014/main" id="{4B501C1F-B8BD-49D8-810D-668959FF6A91}"/>
              </a:ext>
            </a:extLst>
          </p:cNvPr>
          <p:cNvSpPr>
            <a:spLocks xmlns:a="http://schemas.openxmlformats.org/drawingml/2006/main" noGrp="1"/>
          </p:cNvSpPr>
          <p:nvPr/>
        </p:nvSpPr>
        <p:spPr>
          <a:xfrm xmlns:a="http://schemas.openxmlformats.org/drawingml/2006/main">
            <a:off x="658368" y="2697480"/>
            <a:ext cx="5294376" cy="1133856"/>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69" name="Google Shape;269;p7">
            <a:extLst xmlns:a="http://schemas.openxmlformats.org/drawingml/2006/main">
              <a:ext uri="{FF2B5EF4-FFF2-40B4-BE49-F238E27FC236}">
                <a16:creationId xmlns:a16="http://schemas.microsoft.com/office/drawing/2014/main" id="{36EE4C5B-62A9-4C3A-9949-5081AD75CCF3}"/>
              </a:ext>
            </a:extLst>
          </p:cNvPr>
          <p:cNvSpPr>
            <a:spLocks xmlns:a="http://schemas.openxmlformats.org/drawingml/2006/main" noGrp="1"/>
          </p:cNvSpPr>
          <p:nvPr/>
        </p:nvSpPr>
        <p:spPr>
          <a:xfrm xmlns:a="http://schemas.openxmlformats.org/drawingml/2006/main">
            <a:off x="868680" y="2852928"/>
            <a:ext cx="4882896" cy="402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600" b="1">
                <a:solidFill>
                  <a:srgbClr val="0C3850"/>
                </a:solidFill>
                <a:latin typeface="Arial"/>
                <a:ea typeface="Arial"/>
                <a:cs typeface="Arial"/>
              </a:rPr>
              <a:t>Prof. Raj Kishore Singh</a:t>
            </a:r>
            <a:endParaRPr/>
          </a:p>
        </p:txBody>
      </p:sp>
      <p:sp>
        <p:nvSpPr>
          <p:cNvPr id="270" name="Google Shape;270;p7">
            <a:extLst xmlns:a="http://schemas.openxmlformats.org/drawingml/2006/main">
              <a:ext uri="{FF2B5EF4-FFF2-40B4-BE49-F238E27FC236}">
                <a16:creationId xmlns:a16="http://schemas.microsoft.com/office/drawing/2014/main" id="{673B16C2-FEAD-4B43-B2A0-0E0DF17295D2}"/>
              </a:ext>
            </a:extLst>
          </p:cNvPr>
          <p:cNvSpPr>
            <a:spLocks xmlns:a="http://schemas.openxmlformats.org/drawingml/2006/main" noGrp="1"/>
          </p:cNvSpPr>
          <p:nvPr/>
        </p:nvSpPr>
        <p:spPr>
          <a:xfrm xmlns:a="http://schemas.openxmlformats.org/drawingml/2006/main">
            <a:off x="868680" y="3355848"/>
            <a:ext cx="4882896" cy="3566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0">
                <a:solidFill>
                  <a:srgbClr val="456170"/>
                </a:solidFill>
                <a:latin typeface="Arial"/>
                <a:ea typeface="Arial"/>
                <a:cs typeface="Arial"/>
              </a:rPr>
              <a:t>Medicine • BRD Medical College</a:t>
            </a:r>
            <a:endParaRPr/>
          </a:p>
        </p:txBody>
      </p:sp>
      <p:sp>
        <p:nvSpPr>
          <p:cNvPr id="271" name="Google Shape;271;p7">
            <a:extLst xmlns:a="http://schemas.openxmlformats.org/drawingml/2006/main">
              <a:ext uri="{FF2B5EF4-FFF2-40B4-BE49-F238E27FC236}">
                <a16:creationId xmlns:a16="http://schemas.microsoft.com/office/drawing/2014/main" id="{DA82BD7C-89AC-4218-BC4B-24587AE7F44D}"/>
              </a:ext>
            </a:extLst>
          </p:cNvPr>
          <p:cNvSpPr>
            <a:spLocks xmlns:a="http://schemas.openxmlformats.org/drawingml/2006/main" noGrp="1"/>
          </p:cNvSpPr>
          <p:nvPr/>
        </p:nvSpPr>
        <p:spPr>
          <a:xfrm xmlns:a="http://schemas.openxmlformats.org/drawingml/2006/main">
            <a:off x="6227064" y="2697480"/>
            <a:ext cx="5294376" cy="1133856"/>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72" name="Google Shape;272;p7">
            <a:extLst xmlns:a="http://schemas.openxmlformats.org/drawingml/2006/main">
              <a:ext uri="{FF2B5EF4-FFF2-40B4-BE49-F238E27FC236}">
                <a16:creationId xmlns:a16="http://schemas.microsoft.com/office/drawing/2014/main" id="{8477DC91-B6DE-408E-BF5D-BD9A1D11B880}"/>
              </a:ext>
            </a:extLst>
          </p:cNvPr>
          <p:cNvSpPr>
            <a:spLocks xmlns:a="http://schemas.openxmlformats.org/drawingml/2006/main" noGrp="1"/>
          </p:cNvSpPr>
          <p:nvPr/>
        </p:nvSpPr>
        <p:spPr>
          <a:xfrm xmlns:a="http://schemas.openxmlformats.org/drawingml/2006/main">
            <a:off x="6437376" y="2852928"/>
            <a:ext cx="4882896" cy="402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600" b="1">
                <a:solidFill>
                  <a:srgbClr val="0C3850"/>
                </a:solidFill>
                <a:latin typeface="Arial"/>
                <a:ea typeface="Arial"/>
                <a:cs typeface="Arial"/>
              </a:rPr>
              <a:t>Dr. Aradhana Singh</a:t>
            </a:r>
            <a:endParaRPr/>
          </a:p>
        </p:txBody>
      </p:sp>
      <p:sp>
        <p:nvSpPr>
          <p:cNvPr id="273" name="Google Shape;273;p7">
            <a:extLst xmlns:a="http://schemas.openxmlformats.org/drawingml/2006/main">
              <a:ext uri="{FF2B5EF4-FFF2-40B4-BE49-F238E27FC236}">
                <a16:creationId xmlns:a16="http://schemas.microsoft.com/office/drawing/2014/main" id="{2650513A-E4E6-40AE-A35F-657AEE231FB4}"/>
              </a:ext>
            </a:extLst>
          </p:cNvPr>
          <p:cNvSpPr>
            <a:spLocks xmlns:a="http://schemas.openxmlformats.org/drawingml/2006/main" noGrp="1"/>
          </p:cNvSpPr>
          <p:nvPr/>
        </p:nvSpPr>
        <p:spPr>
          <a:xfrm xmlns:a="http://schemas.openxmlformats.org/drawingml/2006/main">
            <a:off x="6437376" y="3355848"/>
            <a:ext cx="4882896" cy="3566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0">
                <a:solidFill>
                  <a:srgbClr val="456170"/>
                </a:solidFill>
                <a:latin typeface="Arial"/>
                <a:ea typeface="Arial"/>
                <a:cs typeface="Arial"/>
              </a:rPr>
              <a:t>OBG • AIIMS Gorakhpur</a:t>
            </a:r>
            <a:endParaRPr/>
          </a:p>
        </p:txBody>
      </p:sp>
      <p:sp>
        <p:nvSpPr>
          <p:cNvPr id="274" name="Google Shape;274;p7">
            <a:extLst xmlns:a="http://schemas.openxmlformats.org/drawingml/2006/main">
              <a:ext uri="{FF2B5EF4-FFF2-40B4-BE49-F238E27FC236}">
                <a16:creationId xmlns:a16="http://schemas.microsoft.com/office/drawing/2014/main" id="{EBF76E8D-E1DE-4F8C-96A4-45FB2556C2CB}"/>
              </a:ext>
            </a:extLst>
          </p:cNvPr>
          <p:cNvSpPr>
            <a:spLocks xmlns:a="http://schemas.openxmlformats.org/drawingml/2006/main" noGrp="1"/>
          </p:cNvSpPr>
          <p:nvPr/>
        </p:nvSpPr>
        <p:spPr>
          <a:xfrm xmlns:a="http://schemas.openxmlformats.org/drawingml/2006/main">
            <a:off x="658368" y="4160520"/>
            <a:ext cx="5294376" cy="1133856"/>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75" name="Google Shape;275;p7">
            <a:extLst xmlns:a="http://schemas.openxmlformats.org/drawingml/2006/main">
              <a:ext uri="{FF2B5EF4-FFF2-40B4-BE49-F238E27FC236}">
                <a16:creationId xmlns:a16="http://schemas.microsoft.com/office/drawing/2014/main" id="{A0163D12-3B4D-4B44-B884-4AAD8D68B571}"/>
              </a:ext>
            </a:extLst>
          </p:cNvPr>
          <p:cNvSpPr>
            <a:spLocks xmlns:a="http://schemas.openxmlformats.org/drawingml/2006/main" noGrp="1"/>
          </p:cNvSpPr>
          <p:nvPr/>
        </p:nvSpPr>
        <p:spPr>
          <a:xfrm xmlns:a="http://schemas.openxmlformats.org/drawingml/2006/main">
            <a:off x="868680" y="4315968"/>
            <a:ext cx="4882896" cy="402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600" b="1">
                <a:solidFill>
                  <a:srgbClr val="0C3850"/>
                </a:solidFill>
                <a:latin typeface="Arial"/>
                <a:ea typeface="Arial"/>
                <a:cs typeface="Arial"/>
              </a:rPr>
              <a:t>CSE–AIML member</a:t>
            </a:r>
            <a:endParaRPr/>
          </a:p>
        </p:txBody>
      </p:sp>
      <p:sp>
        <p:nvSpPr>
          <p:cNvPr id="276" name="Google Shape;276;p7">
            <a:extLst xmlns:a="http://schemas.openxmlformats.org/drawingml/2006/main">
              <a:ext uri="{FF2B5EF4-FFF2-40B4-BE49-F238E27FC236}">
                <a16:creationId xmlns:a16="http://schemas.microsoft.com/office/drawing/2014/main" id="{D3247954-F9B5-4EA8-A4C3-B60248EDF05F}"/>
              </a:ext>
            </a:extLst>
          </p:cNvPr>
          <p:cNvSpPr>
            <a:spLocks xmlns:a="http://schemas.openxmlformats.org/drawingml/2006/main" noGrp="1"/>
          </p:cNvSpPr>
          <p:nvPr/>
        </p:nvSpPr>
        <p:spPr>
          <a:xfrm xmlns:a="http://schemas.openxmlformats.org/drawingml/2006/main">
            <a:off x="868680" y="4818888"/>
            <a:ext cx="4882896" cy="3566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0">
                <a:solidFill>
                  <a:srgbClr val="456170"/>
                </a:solidFill>
                <a:latin typeface="Arial"/>
                <a:ea typeface="Arial"/>
                <a:cs typeface="Arial"/>
              </a:rPr>
              <a:t>AI development</a:t>
            </a:r>
            <a:endParaRPr/>
          </a:p>
        </p:txBody>
      </p:sp>
      <p:sp>
        <p:nvSpPr>
          <p:cNvPr id="277" name="Google Shape;277;p7">
            <a:extLst xmlns:a="http://schemas.openxmlformats.org/drawingml/2006/main">
              <a:ext uri="{FF2B5EF4-FFF2-40B4-BE49-F238E27FC236}">
                <a16:creationId xmlns:a16="http://schemas.microsoft.com/office/drawing/2014/main" id="{585A7B09-1072-45A1-B9F7-26448E110011}"/>
              </a:ext>
            </a:extLst>
          </p:cNvPr>
          <p:cNvSpPr>
            <a:spLocks xmlns:a="http://schemas.openxmlformats.org/drawingml/2006/main" noGrp="1"/>
          </p:cNvSpPr>
          <p:nvPr/>
        </p:nvSpPr>
        <p:spPr>
          <a:xfrm xmlns:a="http://schemas.openxmlformats.org/drawingml/2006/main">
            <a:off x="6227064" y="4160520"/>
            <a:ext cx="5294376" cy="1133856"/>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78" name="Google Shape;278;p7">
            <a:extLst xmlns:a="http://schemas.openxmlformats.org/drawingml/2006/main">
              <a:ext uri="{FF2B5EF4-FFF2-40B4-BE49-F238E27FC236}">
                <a16:creationId xmlns:a16="http://schemas.microsoft.com/office/drawing/2014/main" id="{FE80BBB0-7B8A-4ABB-A089-6B7A3556DC67}"/>
              </a:ext>
            </a:extLst>
          </p:cNvPr>
          <p:cNvSpPr>
            <a:spLocks xmlns:a="http://schemas.openxmlformats.org/drawingml/2006/main" noGrp="1"/>
          </p:cNvSpPr>
          <p:nvPr/>
        </p:nvSpPr>
        <p:spPr>
          <a:xfrm xmlns:a="http://schemas.openxmlformats.org/drawingml/2006/main">
            <a:off x="6437376" y="4315968"/>
            <a:ext cx="4882896" cy="402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600" b="1">
                <a:solidFill>
                  <a:srgbClr val="0C3850"/>
                </a:solidFill>
                <a:latin typeface="Arial"/>
                <a:ea typeface="Arial"/>
                <a:cs typeface="Arial"/>
              </a:rPr>
              <a:t>CSE–AIML developer • TCS</a:t>
            </a:r>
            <a:endParaRPr/>
          </a:p>
        </p:txBody>
      </p:sp>
      <p:sp>
        <p:nvSpPr>
          <p:cNvPr id="279" name="Google Shape;279;p7">
            <a:extLst xmlns:a="http://schemas.openxmlformats.org/drawingml/2006/main">
              <a:ext uri="{FF2B5EF4-FFF2-40B4-BE49-F238E27FC236}">
                <a16:creationId xmlns:a16="http://schemas.microsoft.com/office/drawing/2014/main" id="{4C7F3762-2B64-4F86-AEDB-FF35EFD588DE}"/>
              </a:ext>
            </a:extLst>
          </p:cNvPr>
          <p:cNvSpPr>
            <a:spLocks xmlns:a="http://schemas.openxmlformats.org/drawingml/2006/main" noGrp="1"/>
          </p:cNvSpPr>
          <p:nvPr/>
        </p:nvSpPr>
        <p:spPr>
          <a:xfrm xmlns:a="http://schemas.openxmlformats.org/drawingml/2006/main">
            <a:off x="6437376" y="4818888"/>
            <a:ext cx="4882896" cy="3566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0">
                <a:solidFill>
                  <a:srgbClr val="456170"/>
                </a:solidFill>
                <a:latin typeface="Arial"/>
                <a:ea typeface="Arial"/>
                <a:cs typeface="Arial"/>
              </a:rPr>
              <a:t>Software development</a:t>
            </a:r>
            <a:endParaRPr/>
          </a:p>
        </p:txBody>
      </p:sp>
      <p:sp>
        <p:nvSpPr>
          <p:cNvPr id="280" name="Google Shape;280;p7">
            <a:extLst xmlns:a="http://schemas.openxmlformats.org/drawingml/2006/main">
              <a:ext uri="{FF2B5EF4-FFF2-40B4-BE49-F238E27FC236}">
                <a16:creationId xmlns:a16="http://schemas.microsoft.com/office/drawing/2014/main" id="{63D8BBA5-B25B-425E-ACAE-4C41ABF7319A}"/>
              </a:ext>
            </a:extLst>
          </p:cNvPr>
          <p:cNvSpPr>
            <a:spLocks xmlns:a="http://schemas.openxmlformats.org/drawingml/2006/main" noGrp="1"/>
          </p:cNvSpPr>
          <p:nvPr/>
        </p:nvSpPr>
        <p:spPr>
          <a:xfrm xmlns:a="http://schemas.openxmlformats.org/drawingml/2006/main">
            <a:off x="658368" y="5669280"/>
            <a:ext cx="10872216"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00"/>
            </a:defPPr>
          </a:lstStyle>
          <a:p xmlns:a="http://schemas.openxmlformats.org/drawingml/2006/main">
            <a:pPr marL="0" marR="0" lvl="0" indent="0" algn="ctr">
              <a:lnSpc>
                <a:spcPct val="105000"/>
              </a:lnSpc>
              <a:spcBef>
                <a:spcPts val="0"/>
              </a:spcBef>
              <a:spcAft>
                <a:spcPts val="0"/>
              </a:spcAft>
              <a:buNone/>
              <a:defRPr sz="2100"/>
            </a:pPr>
            <a:r>
              <a:rPr sz="2100" b="1">
                <a:solidFill>
                  <a:srgbClr val="0C3850"/>
                </a:solidFill>
                <a:latin typeface="Arial"/>
                <a:ea typeface="Arial"/>
                <a:cs typeface="Arial"/>
              </a:rPr>
              <a:t>Early vitals • Hindi/English intake • Staff control • Doctor escalation</a:t>
            </a:r>
            <a:endParaRPr/>
          </a:p>
        </p:txBody>
      </p:sp>
    </p:spTree>
    <p:extLst>
      <p:ext uri="{BB962C8B-B14F-4D97-AF65-F5344CB8AC3E}">
        <p14:creationId xmlns:p14="http://schemas.microsoft.com/office/powerpoint/2010/main" val="64375489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75" name="Google Shape;175;p4">
            <a:extLst xmlns:a="http://schemas.openxmlformats.org/drawingml/2006/main">
              <a:ext uri="{FF2B5EF4-FFF2-40B4-BE49-F238E27FC236}">
                <a16:creationId xmlns:a16="http://schemas.microsoft.com/office/drawing/2014/main" id="{E33FA95C-01D4-408E-A764-7088D043B6D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161bdd8d8344523">
            <a:alphaModFix/>
          </a:blip>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176" name="Google Shape;176;p4">
            <a:extLst xmlns:a="http://schemas.openxmlformats.org/drawingml/2006/main">
              <a:ext uri="{FF2B5EF4-FFF2-40B4-BE49-F238E27FC236}">
                <a16:creationId xmlns:a16="http://schemas.microsoft.com/office/drawing/2014/main" id="{3F8E4CBC-5D03-42B9-A86E-4A9D08673582}"/>
              </a:ext>
            </a:extLst>
          </p:cNvPr>
          <p:cNvSpPr>
            <a:spLocks xmlns:a="http://schemas.openxmlformats.org/drawingml/2006/main" noGrp="1"/>
          </p:cNvSpPr>
          <p:nvPr/>
        </p:nvSpPr>
        <p:spPr>
          <a:xfrm xmlns:a="http://schemas.openxmlformats.org/drawingml/2006/main">
            <a:off x="603504" y="402336"/>
            <a:ext cx="64008" cy="256032"/>
          </a:xfrm>
          <a:prstGeom xmlns:a="http://schemas.openxmlformats.org/drawingml/2006/main" prst="rect">
            <a:avLst/>
          </a:prstGeom>
          <a:solidFill xmlns:a="http://schemas.openxmlformats.org/drawingml/2006/main">
            <a:srgbClr val="EF7138"/>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77" name="Google Shape;177;p4">
            <a:extLst xmlns:a="http://schemas.openxmlformats.org/drawingml/2006/main">
              <a:ext uri="{FF2B5EF4-FFF2-40B4-BE49-F238E27FC236}">
                <a16:creationId xmlns:a16="http://schemas.microsoft.com/office/drawing/2014/main" id="{122F0903-8B1D-47E7-B972-308F39ACC661}"/>
              </a:ext>
            </a:extLst>
          </p:cNvPr>
          <p:cNvSpPr>
            <a:spLocks xmlns:a="http://schemas.openxmlformats.org/drawingml/2006/main" noGrp="1"/>
          </p:cNvSpPr>
          <p:nvPr/>
        </p:nvSpPr>
        <p:spPr>
          <a:xfrm xmlns:a="http://schemas.openxmlformats.org/drawingml/2006/main">
            <a:off x="795528" y="320040"/>
            <a:ext cx="9052560"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1">
                <a:solidFill>
                  <a:srgbClr val="007B80"/>
                </a:solidFill>
                <a:latin typeface="Arial"/>
                <a:ea typeface="Arial"/>
                <a:cs typeface="Arial"/>
              </a:rPr>
              <a:t>SAFETY AND IMPLEMENTATION</a:t>
            </a:r>
            <a:endParaRPr/>
          </a:p>
        </p:txBody>
      </p:sp>
      <p:sp>
        <p:nvSpPr>
          <p:cNvPr id="178" name="Google Shape;178;p4">
            <a:extLst xmlns:a="http://schemas.openxmlformats.org/drawingml/2006/main">
              <a:ext uri="{FF2B5EF4-FFF2-40B4-BE49-F238E27FC236}">
                <a16:creationId xmlns:a16="http://schemas.microsoft.com/office/drawing/2014/main" id="{5EB5BFEA-FA22-47E6-B589-9F5DD96C9E07}"/>
              </a:ext>
            </a:extLst>
          </p:cNvPr>
          <p:cNvSpPr>
            <a:spLocks xmlns:a="http://schemas.openxmlformats.org/drawingml/2006/main" noGrp="1"/>
          </p:cNvSpPr>
          <p:nvPr/>
        </p:nvSpPr>
        <p:spPr>
          <a:xfrm xmlns:a="http://schemas.openxmlformats.org/drawingml/2006/main">
            <a:off x="603504" y="886968"/>
            <a:ext cx="9235440" cy="6126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3225"/>
            </a:defPPr>
          </a:lstStyle>
          <a:p xmlns:a="http://schemas.openxmlformats.org/drawingml/2006/main">
            <a:pPr marL="0" marR="0" lvl="0" indent="0" algn="l">
              <a:lnSpc>
                <a:spcPct val="105000"/>
              </a:lnSpc>
              <a:spcBef>
                <a:spcPts val="0"/>
              </a:spcBef>
              <a:spcAft>
                <a:spcPts val="0"/>
              </a:spcAft>
              <a:buNone/>
              <a:defRPr sz="3225"/>
            </a:pPr>
            <a:r>
              <a:rPr sz="3225" b="1">
                <a:solidFill>
                  <a:srgbClr val="0C3850"/>
                </a:solidFill>
                <a:latin typeface="Arial"/>
                <a:ea typeface="Arial"/>
                <a:cs typeface="Arial"/>
              </a:rPr>
              <a:t>Checks around every AI suggestion.</a:t>
            </a:r>
            <a:endParaRPr/>
          </a:p>
        </p:txBody>
      </p:sp>
      <p:sp>
        <p:nvSpPr>
          <p:cNvPr id="179" name="Google Shape;179;p4">
            <a:extLst xmlns:a="http://schemas.openxmlformats.org/drawingml/2006/main">
              <a:ext uri="{FF2B5EF4-FFF2-40B4-BE49-F238E27FC236}">
                <a16:creationId xmlns:a16="http://schemas.microsoft.com/office/drawing/2014/main" id="{F0C86F87-A3CB-4C7D-ABED-6B9BC51AA838}"/>
              </a:ext>
            </a:extLst>
          </p:cNvPr>
          <p:cNvSpPr>
            <a:spLocks xmlns:a="http://schemas.openxmlformats.org/drawingml/2006/main" noGrp="1"/>
          </p:cNvSpPr>
          <p:nvPr/>
        </p:nvSpPr>
        <p:spPr>
          <a:xfrm xmlns:a="http://schemas.openxmlformats.org/drawingml/2006/main">
            <a:off x="603504" y="6364224"/>
            <a:ext cx="16459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025"/>
            </a:defPPr>
          </a:lstStyle>
          <a:p xmlns:a="http://schemas.openxmlformats.org/drawingml/2006/main">
            <a:pPr marL="0" marR="0" lvl="0" indent="0" algn="l">
              <a:lnSpc>
                <a:spcPct val="105000"/>
              </a:lnSpc>
              <a:spcBef>
                <a:spcPts val="0"/>
              </a:spcBef>
              <a:spcAft>
                <a:spcPts val="0"/>
              </a:spcAft>
              <a:buNone/>
              <a:defRPr sz="2025"/>
            </a:pPr>
            <a:r>
              <a:rPr sz="2025" b="0">
                <a:solidFill>
                  <a:srgbClr val="456170"/>
                </a:solidFill>
                <a:latin typeface="Arial"/>
                <a:ea typeface="Arial"/>
                <a:cs typeface="Arial"/>
              </a:rPr>
              <a:t>07 / 10</a:t>
            </a:r>
            <a:endParaRPr/>
          </a:p>
        </p:txBody>
      </p:sp>
      <p:sp>
        <p:nvSpPr>
          <p:cNvPr id="180" name="Google Shape;180;p4">
            <a:extLst xmlns:a="http://schemas.openxmlformats.org/drawingml/2006/main">
              <a:ext uri="{FF2B5EF4-FFF2-40B4-BE49-F238E27FC236}">
                <a16:creationId xmlns:a16="http://schemas.microsoft.com/office/drawing/2014/main" id="{734C1FC4-D33F-4827-99ED-5B4F4938C243}"/>
              </a:ext>
            </a:extLst>
          </p:cNvPr>
          <p:cNvSpPr>
            <a:spLocks xmlns:a="http://schemas.openxmlformats.org/drawingml/2006/main" noGrp="1"/>
          </p:cNvSpPr>
          <p:nvPr/>
        </p:nvSpPr>
        <p:spPr>
          <a:xfrm xmlns:a="http://schemas.openxmlformats.org/drawingml/2006/main">
            <a:off x="649224" y="1828800"/>
            <a:ext cx="10881360" cy="548640"/>
          </a:xfrm>
          <a:prstGeom xmlns:a="http://schemas.openxmlformats.org/drawingml/2006/main" prst="roundRect">
            <a:avLst>
              <a:gd name="adj" fmla="val 12000"/>
            </a:avLst>
          </a:prstGeom>
          <a:solidFill xmlns:a="http://schemas.openxmlformats.org/drawingml/2006/main">
            <a:srgbClr val="0C3850"/>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81" name="Google Shape;181;p4">
            <a:extLst xmlns:a="http://schemas.openxmlformats.org/drawingml/2006/main">
              <a:ext uri="{FF2B5EF4-FFF2-40B4-BE49-F238E27FC236}">
                <a16:creationId xmlns:a16="http://schemas.microsoft.com/office/drawing/2014/main" id="{72FDFF47-6AC6-457B-A386-EEB4DF134496}"/>
              </a:ext>
            </a:extLst>
          </p:cNvPr>
          <p:cNvSpPr>
            <a:spLocks xmlns:a="http://schemas.openxmlformats.org/drawingml/2006/main" noGrp="1"/>
          </p:cNvSpPr>
          <p:nvPr/>
        </p:nvSpPr>
        <p:spPr>
          <a:xfrm xmlns:a="http://schemas.openxmlformats.org/drawingml/2006/main">
            <a:off x="896112" y="1883664"/>
            <a:ext cx="2743200" cy="3931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250"/>
            </a:defPPr>
          </a:lstStyle>
          <a:p xmlns:a="http://schemas.openxmlformats.org/drawingml/2006/main">
            <a:pPr marL="0" marR="0" lvl="0" indent="0" algn="l">
              <a:lnSpc>
                <a:spcPct val="105000"/>
              </a:lnSpc>
              <a:spcBef>
                <a:spcPts val="0"/>
              </a:spcBef>
              <a:spcAft>
                <a:spcPts val="0"/>
              </a:spcAft>
              <a:buNone/>
              <a:defRPr sz="2250"/>
            </a:pPr>
            <a:r>
              <a:rPr sz="2250" b="1">
                <a:solidFill>
                  <a:srgbClr val="FFFFFF"/>
                </a:solidFill>
                <a:latin typeface="Arial"/>
                <a:ea typeface="Arial"/>
                <a:cs typeface="Arial"/>
              </a:rPr>
              <a:t>AREA</a:t>
            </a:r>
            <a:endParaRPr/>
          </a:p>
        </p:txBody>
      </p:sp>
      <p:sp>
        <p:nvSpPr>
          <p:cNvPr id="182" name="Google Shape;182;p4">
            <a:extLst xmlns:a="http://schemas.openxmlformats.org/drawingml/2006/main">
              <a:ext uri="{FF2B5EF4-FFF2-40B4-BE49-F238E27FC236}">
                <a16:creationId xmlns:a16="http://schemas.microsoft.com/office/drawing/2014/main" id="{CF5238C3-F8D6-4707-B69C-E2B0902CB5A1}"/>
              </a:ext>
            </a:extLst>
          </p:cNvPr>
          <p:cNvSpPr>
            <a:spLocks xmlns:a="http://schemas.openxmlformats.org/drawingml/2006/main" noGrp="1"/>
          </p:cNvSpPr>
          <p:nvPr/>
        </p:nvSpPr>
        <p:spPr>
          <a:xfrm xmlns:a="http://schemas.openxmlformats.org/drawingml/2006/main">
            <a:off x="4261104" y="1883664"/>
            <a:ext cx="6931152" cy="3931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250"/>
            </a:defPPr>
          </a:lstStyle>
          <a:p xmlns:a="http://schemas.openxmlformats.org/drawingml/2006/main">
            <a:pPr marL="0" marR="0" lvl="0" indent="0" algn="l">
              <a:lnSpc>
                <a:spcPct val="105000"/>
              </a:lnSpc>
              <a:spcBef>
                <a:spcPts val="0"/>
              </a:spcBef>
              <a:spcAft>
                <a:spcPts val="0"/>
              </a:spcAft>
              <a:buNone/>
              <a:defRPr sz="2250"/>
            </a:pPr>
            <a:r>
              <a:rPr sz="2250" b="1">
                <a:solidFill>
                  <a:srgbClr val="FFFFFF"/>
                </a:solidFill>
                <a:latin typeface="Arial"/>
                <a:ea typeface="Arial"/>
                <a:cs typeface="Arial"/>
              </a:rPr>
              <a:t>CURRENT IMPLEMENTATION</a:t>
            </a:r>
            <a:endParaRPr/>
          </a:p>
        </p:txBody>
      </p:sp>
      <p:sp>
        <p:nvSpPr>
          <p:cNvPr id="183" name="Google Shape;183;p4">
            <a:extLst xmlns:a="http://schemas.openxmlformats.org/drawingml/2006/main">
              <a:ext uri="{FF2B5EF4-FFF2-40B4-BE49-F238E27FC236}">
                <a16:creationId xmlns:a16="http://schemas.microsoft.com/office/drawing/2014/main" id="{08BBC345-6ACC-4F3E-8F60-E3482AB8CB71}"/>
              </a:ext>
            </a:extLst>
          </p:cNvPr>
          <p:cNvSpPr>
            <a:spLocks xmlns:a="http://schemas.openxmlformats.org/drawingml/2006/main" noGrp="1"/>
          </p:cNvSpPr>
          <p:nvPr/>
        </p:nvSpPr>
        <p:spPr>
          <a:xfrm xmlns:a="http://schemas.openxmlformats.org/drawingml/2006/main">
            <a:off x="658368" y="2487168"/>
            <a:ext cx="10863072" cy="512064"/>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84" name="Google Shape;184;p4">
            <a:extLst xmlns:a="http://schemas.openxmlformats.org/drawingml/2006/main">
              <a:ext uri="{FF2B5EF4-FFF2-40B4-BE49-F238E27FC236}">
                <a16:creationId xmlns:a16="http://schemas.microsoft.com/office/drawing/2014/main" id="{56282DF4-5C66-4346-89DF-0C3328587B85}"/>
              </a:ext>
            </a:extLst>
          </p:cNvPr>
          <p:cNvSpPr>
            <a:spLocks xmlns:a="http://schemas.openxmlformats.org/drawingml/2006/main" noGrp="1"/>
          </p:cNvSpPr>
          <p:nvPr/>
        </p:nvSpPr>
        <p:spPr>
          <a:xfrm xmlns:a="http://schemas.openxmlformats.org/drawingml/2006/main">
            <a:off x="914400" y="2528316"/>
            <a:ext cx="3063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250"/>
            </a:defPPr>
          </a:lstStyle>
          <a:p xmlns:a="http://schemas.openxmlformats.org/drawingml/2006/main">
            <a:pPr marL="0" marR="0" lvl="0" indent="0" algn="l">
              <a:lnSpc>
                <a:spcPct val="105000"/>
              </a:lnSpc>
              <a:spcBef>
                <a:spcPts val="0"/>
              </a:spcBef>
              <a:spcAft>
                <a:spcPts val="0"/>
              </a:spcAft>
              <a:buNone/>
              <a:defRPr sz="2250"/>
            </a:pPr>
            <a:r>
              <a:rPr sz="2250" b="1">
                <a:solidFill>
                  <a:srgbClr val="007B80"/>
                </a:solidFill>
                <a:latin typeface="Arial"/>
                <a:ea typeface="Arial"/>
                <a:cs typeface="Arial"/>
              </a:rPr>
              <a:t>Live model</a:t>
            </a:r>
            <a:endParaRPr/>
          </a:p>
        </p:txBody>
      </p:sp>
      <p:sp>
        <p:nvSpPr>
          <p:cNvPr id="185" name="Google Shape;185;p4">
            <a:extLst xmlns:a="http://schemas.openxmlformats.org/drawingml/2006/main">
              <a:ext uri="{FF2B5EF4-FFF2-40B4-BE49-F238E27FC236}">
                <a16:creationId xmlns:a16="http://schemas.microsoft.com/office/drawing/2014/main" id="{4C746DE5-8BA5-46DD-BF86-629AFF0E0EE0}"/>
              </a:ext>
            </a:extLst>
          </p:cNvPr>
          <p:cNvSpPr>
            <a:spLocks xmlns:a="http://schemas.openxmlformats.org/drawingml/2006/main" noGrp="1"/>
          </p:cNvSpPr>
          <p:nvPr/>
        </p:nvSpPr>
        <p:spPr>
          <a:xfrm xmlns:a="http://schemas.openxmlformats.org/drawingml/2006/main">
            <a:off x="4251960" y="2528316"/>
            <a:ext cx="70225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00"/>
            </a:defPPr>
          </a:lstStyle>
          <a:p xmlns:a="http://schemas.openxmlformats.org/drawingml/2006/main">
            <a:pPr marL="0" marR="0" lvl="0" indent="0" algn="l">
              <a:lnSpc>
                <a:spcPct val="105000"/>
              </a:lnSpc>
              <a:spcBef>
                <a:spcPts val="0"/>
              </a:spcBef>
              <a:spcAft>
                <a:spcPts val="0"/>
              </a:spcAft>
              <a:buNone/>
              <a:defRPr sz="2100"/>
            </a:pPr>
            <a:r>
              <a:rPr sz="2100" b="0">
                <a:solidFill>
                  <a:srgbClr val="16374A"/>
                </a:solidFill>
                <a:latin typeface="Arial"/>
                <a:ea typeface="Arial"/>
                <a:cs typeface="Arial"/>
              </a:rPr>
              <a:t>Groq GPT-OSS 120B; no training or fine-tuning.</a:t>
            </a:r>
            <a:endParaRPr/>
          </a:p>
        </p:txBody>
      </p:sp>
      <p:sp>
        <p:nvSpPr>
          <p:cNvPr id="186" name="Google Shape;186;p4">
            <a:extLst xmlns:a="http://schemas.openxmlformats.org/drawingml/2006/main">
              <a:ext uri="{FF2B5EF4-FFF2-40B4-BE49-F238E27FC236}">
                <a16:creationId xmlns:a16="http://schemas.microsoft.com/office/drawing/2014/main" id="{532C63D9-6B4B-4040-A6B7-2D40EE6DEDB2}"/>
              </a:ext>
            </a:extLst>
          </p:cNvPr>
          <p:cNvSpPr>
            <a:spLocks xmlns:a="http://schemas.openxmlformats.org/drawingml/2006/main" noGrp="1"/>
          </p:cNvSpPr>
          <p:nvPr/>
        </p:nvSpPr>
        <p:spPr>
          <a:xfrm xmlns:a="http://schemas.openxmlformats.org/drawingml/2006/main">
            <a:off x="658368" y="3072384"/>
            <a:ext cx="10863072" cy="512064"/>
          </a:xfrm>
          <a:prstGeom xmlns:a="http://schemas.openxmlformats.org/drawingml/2006/main" prst="rect">
            <a:avLst/>
          </a:prstGeom>
          <a:solidFill xmlns:a="http://schemas.openxmlformats.org/drawingml/2006/main">
            <a:srgbClr val="F1F8F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87" name="Google Shape;187;p4">
            <a:extLst xmlns:a="http://schemas.openxmlformats.org/drawingml/2006/main">
              <a:ext uri="{FF2B5EF4-FFF2-40B4-BE49-F238E27FC236}">
                <a16:creationId xmlns:a16="http://schemas.microsoft.com/office/drawing/2014/main" id="{F8DE4D44-01C7-4682-87FB-77501918D408}"/>
              </a:ext>
            </a:extLst>
          </p:cNvPr>
          <p:cNvSpPr>
            <a:spLocks xmlns:a="http://schemas.openxmlformats.org/drawingml/2006/main" noGrp="1"/>
          </p:cNvSpPr>
          <p:nvPr/>
        </p:nvSpPr>
        <p:spPr>
          <a:xfrm xmlns:a="http://schemas.openxmlformats.org/drawingml/2006/main">
            <a:off x="914400" y="3113532"/>
            <a:ext cx="3063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250"/>
            </a:defPPr>
          </a:lstStyle>
          <a:p xmlns:a="http://schemas.openxmlformats.org/drawingml/2006/main">
            <a:pPr marL="0" marR="0" lvl="0" indent="0" algn="l">
              <a:lnSpc>
                <a:spcPct val="105000"/>
              </a:lnSpc>
              <a:spcBef>
                <a:spcPts val="0"/>
              </a:spcBef>
              <a:spcAft>
                <a:spcPts val="0"/>
              </a:spcAft>
              <a:buNone/>
              <a:defRPr sz="2250"/>
            </a:pPr>
            <a:r>
              <a:rPr sz="2250" b="1">
                <a:solidFill>
                  <a:srgbClr val="007B80"/>
                </a:solidFill>
                <a:latin typeface="Arial"/>
                <a:ea typeface="Arial"/>
                <a:cs typeface="Arial"/>
              </a:rPr>
              <a:t>Response checks</a:t>
            </a:r>
            <a:endParaRPr/>
          </a:p>
        </p:txBody>
      </p:sp>
      <p:sp>
        <p:nvSpPr>
          <p:cNvPr id="188" name="Google Shape;188;p4">
            <a:extLst xmlns:a="http://schemas.openxmlformats.org/drawingml/2006/main">
              <a:ext uri="{FF2B5EF4-FFF2-40B4-BE49-F238E27FC236}">
                <a16:creationId xmlns:a16="http://schemas.microsoft.com/office/drawing/2014/main" id="{F4491084-FB5F-4381-A440-5E0604B01B9B}"/>
              </a:ext>
            </a:extLst>
          </p:cNvPr>
          <p:cNvSpPr>
            <a:spLocks xmlns:a="http://schemas.openxmlformats.org/drawingml/2006/main" noGrp="1"/>
          </p:cNvSpPr>
          <p:nvPr/>
        </p:nvSpPr>
        <p:spPr>
          <a:xfrm xmlns:a="http://schemas.openxmlformats.org/drawingml/2006/main">
            <a:off x="4251960" y="3113532"/>
            <a:ext cx="70225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00"/>
            </a:defPPr>
          </a:lstStyle>
          <a:p xmlns:a="http://schemas.openxmlformats.org/drawingml/2006/main">
            <a:pPr marL="0" marR="0" lvl="0" indent="0" algn="l">
              <a:lnSpc>
                <a:spcPct val="105000"/>
              </a:lnSpc>
              <a:spcBef>
                <a:spcPts val="0"/>
              </a:spcBef>
              <a:spcAft>
                <a:spcPts val="0"/>
              </a:spcAft>
              <a:buNone/>
              <a:defRPr sz="2100"/>
            </a:pPr>
            <a:r>
              <a:rPr sz="2100" b="0">
                <a:solidFill>
                  <a:srgbClr val="16374A"/>
                </a:solidFill>
                <a:latin typeface="Arial"/>
                <a:ea typeface="Arial"/>
                <a:cs typeface="Arial"/>
              </a:rPr>
              <a:t>Structured JSON + validation + safety limits.</a:t>
            </a:r>
            <a:endParaRPr/>
          </a:p>
        </p:txBody>
      </p:sp>
      <p:sp>
        <p:nvSpPr>
          <p:cNvPr id="189" name="Google Shape;189;p4">
            <a:extLst xmlns:a="http://schemas.openxmlformats.org/drawingml/2006/main">
              <a:ext uri="{FF2B5EF4-FFF2-40B4-BE49-F238E27FC236}">
                <a16:creationId xmlns:a16="http://schemas.microsoft.com/office/drawing/2014/main" id="{36FAFE7F-7912-4B35-9ECA-0F1784BFD50B}"/>
              </a:ext>
            </a:extLst>
          </p:cNvPr>
          <p:cNvSpPr>
            <a:spLocks xmlns:a="http://schemas.openxmlformats.org/drawingml/2006/main" noGrp="1"/>
          </p:cNvSpPr>
          <p:nvPr/>
        </p:nvSpPr>
        <p:spPr>
          <a:xfrm xmlns:a="http://schemas.openxmlformats.org/drawingml/2006/main">
            <a:off x="658368" y="3657600"/>
            <a:ext cx="10863072" cy="512064"/>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90" name="Google Shape;190;p4">
            <a:extLst xmlns:a="http://schemas.openxmlformats.org/drawingml/2006/main">
              <a:ext uri="{FF2B5EF4-FFF2-40B4-BE49-F238E27FC236}">
                <a16:creationId xmlns:a16="http://schemas.microsoft.com/office/drawing/2014/main" id="{9E367FC3-5B78-48F3-8DBB-058D5EA72584}"/>
              </a:ext>
            </a:extLst>
          </p:cNvPr>
          <p:cNvSpPr>
            <a:spLocks xmlns:a="http://schemas.openxmlformats.org/drawingml/2006/main" noGrp="1"/>
          </p:cNvSpPr>
          <p:nvPr/>
        </p:nvSpPr>
        <p:spPr>
          <a:xfrm xmlns:a="http://schemas.openxmlformats.org/drawingml/2006/main">
            <a:off x="914400" y="3698748"/>
            <a:ext cx="3063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250"/>
            </a:defPPr>
          </a:lstStyle>
          <a:p xmlns:a="http://schemas.openxmlformats.org/drawingml/2006/main">
            <a:pPr marL="0" marR="0" lvl="0" indent="0" algn="l">
              <a:lnSpc>
                <a:spcPct val="105000"/>
              </a:lnSpc>
              <a:spcBef>
                <a:spcPts val="0"/>
              </a:spcBef>
              <a:spcAft>
                <a:spcPts val="0"/>
              </a:spcAft>
              <a:buNone/>
              <a:defRPr sz="2250"/>
            </a:pPr>
            <a:r>
              <a:rPr sz="2250" b="1">
                <a:solidFill>
                  <a:srgbClr val="007B80"/>
                </a:solidFill>
                <a:latin typeface="Arial"/>
                <a:ea typeface="Arial"/>
                <a:cs typeface="Arial"/>
              </a:rPr>
              <a:t>Unknown values</a:t>
            </a:r>
            <a:endParaRPr/>
          </a:p>
        </p:txBody>
      </p:sp>
      <p:sp>
        <p:nvSpPr>
          <p:cNvPr id="191" name="Google Shape;191;p4">
            <a:extLst xmlns:a="http://schemas.openxmlformats.org/drawingml/2006/main">
              <a:ext uri="{FF2B5EF4-FFF2-40B4-BE49-F238E27FC236}">
                <a16:creationId xmlns:a16="http://schemas.microsoft.com/office/drawing/2014/main" id="{F49DBFE8-9EEC-461B-B9DD-0659E63F2C27}"/>
              </a:ext>
            </a:extLst>
          </p:cNvPr>
          <p:cNvSpPr>
            <a:spLocks xmlns:a="http://schemas.openxmlformats.org/drawingml/2006/main" noGrp="1"/>
          </p:cNvSpPr>
          <p:nvPr/>
        </p:nvSpPr>
        <p:spPr>
          <a:xfrm xmlns:a="http://schemas.openxmlformats.org/drawingml/2006/main">
            <a:off x="4251960" y="3698748"/>
            <a:ext cx="70225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00"/>
            </a:defPPr>
          </a:lstStyle>
          <a:p xmlns:a="http://schemas.openxmlformats.org/drawingml/2006/main">
            <a:pPr marL="0" marR="0" lvl="0" indent="0" algn="l">
              <a:lnSpc>
                <a:spcPct val="105000"/>
              </a:lnSpc>
              <a:spcBef>
                <a:spcPts val="0"/>
              </a:spcBef>
              <a:spcAft>
                <a:spcPts val="0"/>
              </a:spcAft>
              <a:buNone/>
              <a:defRPr sz="2100"/>
            </a:pPr>
            <a:r>
              <a:rPr sz="2100" b="0">
                <a:solidFill>
                  <a:srgbClr val="16374A"/>
                </a:solidFill>
                <a:latin typeface="Arial"/>
                <a:ea typeface="Arial"/>
                <a:cs typeface="Arial"/>
              </a:rPr>
              <a:t>Missing numbers stay unknown, never normal.</a:t>
            </a:r>
            <a:endParaRPr/>
          </a:p>
        </p:txBody>
      </p:sp>
      <p:sp>
        <p:nvSpPr>
          <p:cNvPr id="192" name="Google Shape;192;p4">
            <a:extLst xmlns:a="http://schemas.openxmlformats.org/drawingml/2006/main">
              <a:ext uri="{FF2B5EF4-FFF2-40B4-BE49-F238E27FC236}">
                <a16:creationId xmlns:a16="http://schemas.microsoft.com/office/drawing/2014/main" id="{65C597A1-A6E1-4395-AEF4-5CE7731D9093}"/>
              </a:ext>
            </a:extLst>
          </p:cNvPr>
          <p:cNvSpPr>
            <a:spLocks xmlns:a="http://schemas.openxmlformats.org/drawingml/2006/main" noGrp="1"/>
          </p:cNvSpPr>
          <p:nvPr/>
        </p:nvSpPr>
        <p:spPr>
          <a:xfrm xmlns:a="http://schemas.openxmlformats.org/drawingml/2006/main">
            <a:off x="658368" y="4242816"/>
            <a:ext cx="10863072" cy="512064"/>
          </a:xfrm>
          <a:prstGeom xmlns:a="http://schemas.openxmlformats.org/drawingml/2006/main" prst="rect">
            <a:avLst/>
          </a:prstGeom>
          <a:solidFill xmlns:a="http://schemas.openxmlformats.org/drawingml/2006/main">
            <a:srgbClr val="F1F8F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93" name="Google Shape;193;p4">
            <a:extLst xmlns:a="http://schemas.openxmlformats.org/drawingml/2006/main">
              <a:ext uri="{FF2B5EF4-FFF2-40B4-BE49-F238E27FC236}">
                <a16:creationId xmlns:a16="http://schemas.microsoft.com/office/drawing/2014/main" id="{336BE568-F606-41D8-A5E9-2AD2C3178307}"/>
              </a:ext>
            </a:extLst>
          </p:cNvPr>
          <p:cNvSpPr>
            <a:spLocks xmlns:a="http://schemas.openxmlformats.org/drawingml/2006/main" noGrp="1"/>
          </p:cNvSpPr>
          <p:nvPr/>
        </p:nvSpPr>
        <p:spPr>
          <a:xfrm xmlns:a="http://schemas.openxmlformats.org/drawingml/2006/main">
            <a:off x="914400" y="4283964"/>
            <a:ext cx="3063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250"/>
            </a:defPPr>
          </a:lstStyle>
          <a:p xmlns:a="http://schemas.openxmlformats.org/drawingml/2006/main">
            <a:pPr marL="0" marR="0" lvl="0" indent="0" algn="l">
              <a:lnSpc>
                <a:spcPct val="105000"/>
              </a:lnSpc>
              <a:spcBef>
                <a:spcPts val="0"/>
              </a:spcBef>
              <a:spcAft>
                <a:spcPts val="0"/>
              </a:spcAft>
              <a:buNone/>
              <a:defRPr sz="2250"/>
            </a:pPr>
            <a:r>
              <a:rPr sz="2250" b="1">
                <a:solidFill>
                  <a:srgbClr val="007B80"/>
                </a:solidFill>
                <a:latin typeface="Arial"/>
                <a:ea typeface="Arial"/>
                <a:cs typeface="Arial"/>
              </a:rPr>
              <a:t>Staff decisions</a:t>
            </a:r>
            <a:endParaRPr/>
          </a:p>
        </p:txBody>
      </p:sp>
      <p:sp>
        <p:nvSpPr>
          <p:cNvPr id="194" name="Google Shape;194;p4">
            <a:extLst xmlns:a="http://schemas.openxmlformats.org/drawingml/2006/main">
              <a:ext uri="{FF2B5EF4-FFF2-40B4-BE49-F238E27FC236}">
                <a16:creationId xmlns:a16="http://schemas.microsoft.com/office/drawing/2014/main" id="{565B3DD6-E7CC-451C-84BB-F7D077BB721D}"/>
              </a:ext>
            </a:extLst>
          </p:cNvPr>
          <p:cNvSpPr>
            <a:spLocks xmlns:a="http://schemas.openxmlformats.org/drawingml/2006/main" noGrp="1"/>
          </p:cNvSpPr>
          <p:nvPr/>
        </p:nvSpPr>
        <p:spPr>
          <a:xfrm xmlns:a="http://schemas.openxmlformats.org/drawingml/2006/main">
            <a:off x="4251960" y="4283964"/>
            <a:ext cx="70225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00"/>
            </a:defPPr>
          </a:lstStyle>
          <a:p xmlns:a="http://schemas.openxmlformats.org/drawingml/2006/main">
            <a:pPr marL="0" marR="0" lvl="0" indent="0" algn="l">
              <a:lnSpc>
                <a:spcPct val="105000"/>
              </a:lnSpc>
              <a:spcBef>
                <a:spcPts val="0"/>
              </a:spcBef>
              <a:spcAft>
                <a:spcPts val="0"/>
              </a:spcAft>
              <a:buNone/>
              <a:defRPr sz="2100"/>
            </a:pPr>
            <a:r>
              <a:rPr sz="2100" b="0">
                <a:solidFill>
                  <a:srgbClr val="16374A"/>
                </a:solidFill>
                <a:latin typeface="Arial"/>
                <a:ea typeface="Arial"/>
                <a:cs typeface="Arial"/>
              </a:rPr>
              <a:t>AI reassessment preserves a staff override.</a:t>
            </a:r>
            <a:endParaRPr/>
          </a:p>
        </p:txBody>
      </p:sp>
      <p:sp>
        <p:nvSpPr>
          <p:cNvPr id="195" name="Google Shape;195;p4">
            <a:extLst xmlns:a="http://schemas.openxmlformats.org/drawingml/2006/main">
              <a:ext uri="{FF2B5EF4-FFF2-40B4-BE49-F238E27FC236}">
                <a16:creationId xmlns:a16="http://schemas.microsoft.com/office/drawing/2014/main" id="{A381828C-6F4B-46CF-A025-5580E8F73192}"/>
              </a:ext>
            </a:extLst>
          </p:cNvPr>
          <p:cNvSpPr>
            <a:spLocks xmlns:a="http://schemas.openxmlformats.org/drawingml/2006/main" noGrp="1"/>
          </p:cNvSpPr>
          <p:nvPr/>
        </p:nvSpPr>
        <p:spPr>
          <a:xfrm xmlns:a="http://schemas.openxmlformats.org/drawingml/2006/main">
            <a:off x="658368" y="4828032"/>
            <a:ext cx="10863072" cy="512064"/>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196" name="Google Shape;196;p4">
            <a:extLst xmlns:a="http://schemas.openxmlformats.org/drawingml/2006/main">
              <a:ext uri="{FF2B5EF4-FFF2-40B4-BE49-F238E27FC236}">
                <a16:creationId xmlns:a16="http://schemas.microsoft.com/office/drawing/2014/main" id="{65A54A89-42E5-442C-83F3-57B16F54121F}"/>
              </a:ext>
            </a:extLst>
          </p:cNvPr>
          <p:cNvSpPr>
            <a:spLocks xmlns:a="http://schemas.openxmlformats.org/drawingml/2006/main" noGrp="1"/>
          </p:cNvSpPr>
          <p:nvPr/>
        </p:nvSpPr>
        <p:spPr>
          <a:xfrm xmlns:a="http://schemas.openxmlformats.org/drawingml/2006/main">
            <a:off x="914400" y="4869180"/>
            <a:ext cx="3063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250"/>
            </a:defPPr>
          </a:lstStyle>
          <a:p xmlns:a="http://schemas.openxmlformats.org/drawingml/2006/main">
            <a:pPr marL="0" marR="0" lvl="0" indent="0" algn="l">
              <a:lnSpc>
                <a:spcPct val="105000"/>
              </a:lnSpc>
              <a:spcBef>
                <a:spcPts val="0"/>
              </a:spcBef>
              <a:spcAft>
                <a:spcPts val="0"/>
              </a:spcAft>
              <a:buNone/>
              <a:defRPr sz="2250"/>
            </a:pPr>
            <a:r>
              <a:rPr sz="2250" b="1">
                <a:solidFill>
                  <a:srgbClr val="007B80"/>
                </a:solidFill>
                <a:latin typeface="Arial"/>
                <a:ea typeface="Arial"/>
                <a:cs typeface="Arial"/>
              </a:rPr>
              <a:t>Model failure</a:t>
            </a:r>
            <a:endParaRPr/>
          </a:p>
        </p:txBody>
      </p:sp>
      <p:sp>
        <p:nvSpPr>
          <p:cNvPr id="197" name="Google Shape;197;p4">
            <a:extLst xmlns:a="http://schemas.openxmlformats.org/drawingml/2006/main">
              <a:ext uri="{FF2B5EF4-FFF2-40B4-BE49-F238E27FC236}">
                <a16:creationId xmlns:a16="http://schemas.microsoft.com/office/drawing/2014/main" id="{2E19047E-247D-4C52-BC32-9F5319F621DA}"/>
              </a:ext>
            </a:extLst>
          </p:cNvPr>
          <p:cNvSpPr>
            <a:spLocks xmlns:a="http://schemas.openxmlformats.org/drawingml/2006/main" noGrp="1"/>
          </p:cNvSpPr>
          <p:nvPr/>
        </p:nvSpPr>
        <p:spPr>
          <a:xfrm xmlns:a="http://schemas.openxmlformats.org/drawingml/2006/main">
            <a:off x="4251960" y="4869180"/>
            <a:ext cx="70225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00"/>
            </a:defPPr>
          </a:lstStyle>
          <a:p xmlns:a="http://schemas.openxmlformats.org/drawingml/2006/main">
            <a:pPr marL="0" marR="0" lvl="0" indent="0" algn="l">
              <a:lnSpc>
                <a:spcPct val="105000"/>
              </a:lnSpc>
              <a:spcBef>
                <a:spcPts val="0"/>
              </a:spcBef>
              <a:spcAft>
                <a:spcPts val="0"/>
              </a:spcAft>
              <a:buNone/>
              <a:defRPr sz="2100"/>
            </a:pPr>
            <a:r>
              <a:rPr sz="2100" b="0">
                <a:solidFill>
                  <a:srgbClr val="16374A"/>
                </a:solidFill>
                <a:latin typeface="Arial"/>
                <a:ea typeface="Arial"/>
                <a:cs typeface="Arial"/>
              </a:rPr>
              <a:t>Rule fallback is labelled; staff review requested.</a:t>
            </a:r>
            <a:endParaRPr/>
          </a:p>
        </p:txBody>
      </p:sp>
      <p:sp>
        <p:nvSpPr>
          <p:cNvPr id="198" name="Google Shape;198;p4">
            <a:extLst xmlns:a="http://schemas.openxmlformats.org/drawingml/2006/main">
              <a:ext uri="{FF2B5EF4-FFF2-40B4-BE49-F238E27FC236}">
                <a16:creationId xmlns:a16="http://schemas.microsoft.com/office/drawing/2014/main" id="{E7082EAB-8FF3-4663-AEC1-CF6B70A5F3D0}"/>
              </a:ext>
            </a:extLst>
          </p:cNvPr>
          <p:cNvSpPr>
            <a:spLocks xmlns:a="http://schemas.openxmlformats.org/drawingml/2006/main" noGrp="1"/>
          </p:cNvSpPr>
          <p:nvPr/>
        </p:nvSpPr>
        <p:spPr>
          <a:xfrm xmlns:a="http://schemas.openxmlformats.org/drawingml/2006/main">
            <a:off x="704088" y="5687568"/>
            <a:ext cx="10780776"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250"/>
            </a:defPPr>
          </a:lstStyle>
          <a:p xmlns:a="http://schemas.openxmlformats.org/drawingml/2006/main">
            <a:pPr marL="0" marR="0" lvl="0" indent="0" algn="ctr">
              <a:lnSpc>
                <a:spcPct val="105000"/>
              </a:lnSpc>
              <a:spcBef>
                <a:spcPts val="0"/>
              </a:spcBef>
              <a:spcAft>
                <a:spcPts val="0"/>
              </a:spcAft>
              <a:buNone/>
              <a:defRPr sz="2250"/>
            </a:pPr>
            <a:r>
              <a:rPr sz="2250" b="1">
                <a:solidFill>
                  <a:srgbClr val="0C3850"/>
                </a:solidFill>
                <a:latin typeface="Arial"/>
                <a:ea typeface="Arial"/>
                <a:cs typeface="Arial"/>
              </a:rPr>
              <a:t>Synthetic demo only. No diagnosis, prescription or clinical validation.</a:t>
            </a:r>
            <a:endParaRPr/>
          </a:p>
        </p:txBody>
      </p:sp>
    </p:spTree>
    <p:extLst>
      <p:ext uri="{BB962C8B-B14F-4D97-AF65-F5344CB8AC3E}">
        <p14:creationId xmlns:p14="http://schemas.microsoft.com/office/powerpoint/2010/main" val="138736551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04" name="Google Shape;204;p5">
            <a:extLst xmlns:a="http://schemas.openxmlformats.org/drawingml/2006/main">
              <a:ext uri="{FF2B5EF4-FFF2-40B4-BE49-F238E27FC236}">
                <a16:creationId xmlns:a16="http://schemas.microsoft.com/office/drawing/2014/main" id="{3D9A8D92-FBAF-4B8B-A17C-C601AB48023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b8ddf523fa84637">
            <a:alphaModFix/>
          </a:blip>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205" name="Google Shape;205;p5">
            <a:extLst xmlns:a="http://schemas.openxmlformats.org/drawingml/2006/main">
              <a:ext uri="{FF2B5EF4-FFF2-40B4-BE49-F238E27FC236}">
                <a16:creationId xmlns:a16="http://schemas.microsoft.com/office/drawing/2014/main" id="{2E13EA74-7B8C-4BA0-8269-D843DB8547B0}"/>
              </a:ext>
            </a:extLst>
          </p:cNvPr>
          <p:cNvSpPr>
            <a:spLocks xmlns:a="http://schemas.openxmlformats.org/drawingml/2006/main" noGrp="1"/>
          </p:cNvSpPr>
          <p:nvPr/>
        </p:nvSpPr>
        <p:spPr>
          <a:xfrm xmlns:a="http://schemas.openxmlformats.org/drawingml/2006/main">
            <a:off x="603504" y="402336"/>
            <a:ext cx="64008" cy="256032"/>
          </a:xfrm>
          <a:prstGeom xmlns:a="http://schemas.openxmlformats.org/drawingml/2006/main" prst="rect">
            <a:avLst/>
          </a:prstGeom>
          <a:solidFill xmlns:a="http://schemas.openxmlformats.org/drawingml/2006/main">
            <a:srgbClr val="EF7138"/>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06" name="Google Shape;206;p5">
            <a:extLst xmlns:a="http://schemas.openxmlformats.org/drawingml/2006/main">
              <a:ext uri="{FF2B5EF4-FFF2-40B4-BE49-F238E27FC236}">
                <a16:creationId xmlns:a16="http://schemas.microsoft.com/office/drawing/2014/main" id="{5C10C048-B0A5-43AD-BBDB-790E61B0199C}"/>
              </a:ext>
            </a:extLst>
          </p:cNvPr>
          <p:cNvSpPr>
            <a:spLocks xmlns:a="http://schemas.openxmlformats.org/drawingml/2006/main" noGrp="1"/>
          </p:cNvSpPr>
          <p:nvPr/>
        </p:nvSpPr>
        <p:spPr>
          <a:xfrm xmlns:a="http://schemas.openxmlformats.org/drawingml/2006/main">
            <a:off x="795528" y="320040"/>
            <a:ext cx="9052560"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1">
                <a:solidFill>
                  <a:srgbClr val="007B80"/>
                </a:solidFill>
                <a:latin typeface="Arial"/>
                <a:ea typeface="Arial"/>
                <a:cs typeface="Arial"/>
              </a:rPr>
              <a:t>IMPACT</a:t>
            </a:r>
            <a:endParaRPr/>
          </a:p>
        </p:txBody>
      </p:sp>
      <p:sp>
        <p:nvSpPr>
          <p:cNvPr id="207" name="Google Shape;207;p5">
            <a:extLst xmlns:a="http://schemas.openxmlformats.org/drawingml/2006/main">
              <a:ext uri="{FF2B5EF4-FFF2-40B4-BE49-F238E27FC236}">
                <a16:creationId xmlns:a16="http://schemas.microsoft.com/office/drawing/2014/main" id="{43457195-9C87-46D2-B837-33A135AF6E25}"/>
              </a:ext>
            </a:extLst>
          </p:cNvPr>
          <p:cNvSpPr>
            <a:spLocks xmlns:a="http://schemas.openxmlformats.org/drawingml/2006/main" noGrp="1"/>
          </p:cNvSpPr>
          <p:nvPr/>
        </p:nvSpPr>
        <p:spPr>
          <a:xfrm xmlns:a="http://schemas.openxmlformats.org/drawingml/2006/main">
            <a:off x="603504" y="886968"/>
            <a:ext cx="9235440" cy="6126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3150"/>
            </a:defPPr>
          </a:lstStyle>
          <a:p xmlns:a="http://schemas.openxmlformats.org/drawingml/2006/main">
            <a:pPr marL="0" marR="0" lvl="0" indent="0" algn="l">
              <a:lnSpc>
                <a:spcPct val="105000"/>
              </a:lnSpc>
              <a:spcBef>
                <a:spcPts val="0"/>
              </a:spcBef>
              <a:spcAft>
                <a:spcPts val="0"/>
              </a:spcAft>
              <a:buNone/>
              <a:defRPr sz="3150"/>
            </a:pPr>
            <a:r>
              <a:rPr sz="3150" b="1">
                <a:solidFill>
                  <a:srgbClr val="0C3850"/>
                </a:solidFill>
                <a:latin typeface="Arial"/>
                <a:ea typeface="Arial"/>
                <a:cs typeface="Arial"/>
              </a:rPr>
              <a:t>Make urgency visible at registration.</a:t>
            </a:r>
            <a:endParaRPr/>
          </a:p>
        </p:txBody>
      </p:sp>
      <p:sp>
        <p:nvSpPr>
          <p:cNvPr id="208" name="Google Shape;208;p5">
            <a:extLst xmlns:a="http://schemas.openxmlformats.org/drawingml/2006/main">
              <a:ext uri="{FF2B5EF4-FFF2-40B4-BE49-F238E27FC236}">
                <a16:creationId xmlns:a16="http://schemas.microsoft.com/office/drawing/2014/main" id="{E704DF04-B38F-4654-92FE-696C7E43E784}"/>
              </a:ext>
            </a:extLst>
          </p:cNvPr>
          <p:cNvSpPr>
            <a:spLocks xmlns:a="http://schemas.openxmlformats.org/drawingml/2006/main" noGrp="1"/>
          </p:cNvSpPr>
          <p:nvPr/>
        </p:nvSpPr>
        <p:spPr>
          <a:xfrm xmlns:a="http://schemas.openxmlformats.org/drawingml/2006/main">
            <a:off x="603504" y="6364224"/>
            <a:ext cx="16459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025"/>
            </a:defPPr>
          </a:lstStyle>
          <a:p xmlns:a="http://schemas.openxmlformats.org/drawingml/2006/main">
            <a:pPr marL="0" marR="0" lvl="0" indent="0" algn="l">
              <a:lnSpc>
                <a:spcPct val="105000"/>
              </a:lnSpc>
              <a:spcBef>
                <a:spcPts val="0"/>
              </a:spcBef>
              <a:spcAft>
                <a:spcPts val="0"/>
              </a:spcAft>
              <a:buNone/>
              <a:defRPr sz="2025"/>
            </a:pPr>
            <a:r>
              <a:rPr sz="2025" b="0">
                <a:solidFill>
                  <a:srgbClr val="456170"/>
                </a:solidFill>
                <a:latin typeface="Arial"/>
                <a:ea typeface="Arial"/>
                <a:cs typeface="Arial"/>
              </a:rPr>
              <a:t>08 / 10</a:t>
            </a:r>
            <a:endParaRPr/>
          </a:p>
        </p:txBody>
      </p:sp>
      <p:sp>
        <p:nvSpPr>
          <p:cNvPr id="209" name="Google Shape;209;p5">
            <a:extLst xmlns:a="http://schemas.openxmlformats.org/drawingml/2006/main">
              <a:ext uri="{FF2B5EF4-FFF2-40B4-BE49-F238E27FC236}">
                <a16:creationId xmlns:a16="http://schemas.microsoft.com/office/drawing/2014/main" id="{4580F71D-9EE8-4369-BD25-0EEFCA05137D}"/>
              </a:ext>
            </a:extLst>
          </p:cNvPr>
          <p:cNvSpPr>
            <a:spLocks xmlns:a="http://schemas.openxmlformats.org/drawingml/2006/main" noGrp="1"/>
          </p:cNvSpPr>
          <p:nvPr/>
        </p:nvSpPr>
        <p:spPr>
          <a:xfrm xmlns:a="http://schemas.openxmlformats.org/drawingml/2006/main">
            <a:off x="649224" y="1920240"/>
            <a:ext cx="3438144" cy="2029968"/>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10" name="Google Shape;210;p5">
            <a:extLst xmlns:a="http://schemas.openxmlformats.org/drawingml/2006/main">
              <a:ext uri="{FF2B5EF4-FFF2-40B4-BE49-F238E27FC236}">
                <a16:creationId xmlns:a16="http://schemas.microsoft.com/office/drawing/2014/main" id="{99E81C9C-44A2-4A3E-9A9F-F14857C7E84B}"/>
              </a:ext>
            </a:extLst>
          </p:cNvPr>
          <p:cNvSpPr>
            <a:spLocks xmlns:a="http://schemas.openxmlformats.org/drawingml/2006/main" noGrp="1"/>
          </p:cNvSpPr>
          <p:nvPr/>
        </p:nvSpPr>
        <p:spPr>
          <a:xfrm xmlns:a="http://schemas.openxmlformats.org/drawingml/2006/main">
            <a:off x="868680" y="2157984"/>
            <a:ext cx="457200" cy="50292"/>
          </a:xfrm>
          <a:prstGeom xmlns:a="http://schemas.openxmlformats.org/drawingml/2006/main" prst="rect">
            <a:avLst/>
          </a:prstGeom>
          <a:solidFill xmlns:a="http://schemas.openxmlformats.org/drawingml/2006/main">
            <a:srgbClr val="EF7138"/>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11" name="Google Shape;211;p5">
            <a:extLst xmlns:a="http://schemas.openxmlformats.org/drawingml/2006/main">
              <a:ext uri="{FF2B5EF4-FFF2-40B4-BE49-F238E27FC236}">
                <a16:creationId xmlns:a16="http://schemas.microsoft.com/office/drawing/2014/main" id="{DAEAE549-7846-4C3E-9964-C79D7544D7C1}"/>
              </a:ext>
            </a:extLst>
          </p:cNvPr>
          <p:cNvSpPr>
            <a:spLocks xmlns:a="http://schemas.openxmlformats.org/drawingml/2006/main" noGrp="1"/>
          </p:cNvSpPr>
          <p:nvPr/>
        </p:nvSpPr>
        <p:spPr>
          <a:xfrm xmlns:a="http://schemas.openxmlformats.org/drawingml/2006/main">
            <a:off x="868680" y="2386584"/>
            <a:ext cx="2990088"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600" b="1">
                <a:solidFill>
                  <a:srgbClr val="007B80"/>
                </a:solidFill>
                <a:latin typeface="Arial"/>
                <a:ea typeface="Arial"/>
                <a:cs typeface="Arial"/>
              </a:rPr>
              <a:t>PATIENTS</a:t>
            </a:r>
            <a:endParaRPr/>
          </a:p>
        </p:txBody>
      </p:sp>
      <p:sp>
        <p:nvSpPr>
          <p:cNvPr id="212" name="Google Shape;212;p5">
            <a:extLst xmlns:a="http://schemas.openxmlformats.org/drawingml/2006/main">
              <a:ext uri="{FF2B5EF4-FFF2-40B4-BE49-F238E27FC236}">
                <a16:creationId xmlns:a16="http://schemas.microsoft.com/office/drawing/2014/main" id="{834F30D5-CACE-4872-AA04-ADF8AD84708D}"/>
              </a:ext>
            </a:extLst>
          </p:cNvPr>
          <p:cNvSpPr>
            <a:spLocks xmlns:a="http://schemas.openxmlformats.org/drawingml/2006/main" noGrp="1"/>
          </p:cNvSpPr>
          <p:nvPr/>
        </p:nvSpPr>
        <p:spPr>
          <a:xfrm xmlns:a="http://schemas.openxmlformats.org/drawingml/2006/main">
            <a:off x="868680" y="2889504"/>
            <a:ext cx="2999232" cy="8138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250"/>
            </a:defPPr>
          </a:lstStyle>
          <a:p xmlns:a="http://schemas.openxmlformats.org/drawingml/2006/main">
            <a:pPr marL="0" marR="0" lvl="0" indent="0" algn="l">
              <a:lnSpc>
                <a:spcPct val="105000"/>
              </a:lnSpc>
              <a:spcBef>
                <a:spcPts val="0"/>
              </a:spcBef>
              <a:spcAft>
                <a:spcPts val="0"/>
              </a:spcAft>
              <a:buNone/>
              <a:defRPr sz="2250"/>
            </a:pPr>
            <a:r>
              <a:rPr sz="2250" b="1">
                <a:solidFill>
                  <a:srgbClr val="0C3850"/>
                </a:solidFill>
                <a:latin typeface="Arial"/>
                <a:ea typeface="Arial"/>
                <a:cs typeface="Arial"/>
              </a:rPr>
              <a:t>Report symptoms</a:t>
            </a:r>
            <a:endParaRPr/>
          </a:p>
          <a:p xmlns:a="http://schemas.openxmlformats.org/drawingml/2006/main">
            <a:pPr marL="0" marR="0" lvl="0" indent="0" algn="l">
              <a:lnSpc>
                <a:spcPct val="105000"/>
              </a:lnSpc>
              <a:spcBef>
                <a:spcPts val="0"/>
              </a:spcBef>
              <a:spcAft>
                <a:spcPts val="0"/>
              </a:spcAft>
              <a:buNone/>
              <a:defRPr sz="2250"/>
            </a:pPr>
            <a:r>
              <a:rPr sz="2250" b="1">
                <a:solidFill>
                  <a:srgbClr val="0C3850"/>
                </a:solidFill>
                <a:latin typeface="Arial"/>
                <a:ea typeface="Arial"/>
                <a:cs typeface="Arial"/>
              </a:rPr>
              <a:t>in their language.</a:t>
            </a:r>
            <a:endParaRPr/>
          </a:p>
        </p:txBody>
      </p:sp>
      <p:sp>
        <p:nvSpPr>
          <p:cNvPr id="213" name="Google Shape;213;p5">
            <a:extLst xmlns:a="http://schemas.openxmlformats.org/drawingml/2006/main">
              <a:ext uri="{FF2B5EF4-FFF2-40B4-BE49-F238E27FC236}">
                <a16:creationId xmlns:a16="http://schemas.microsoft.com/office/drawing/2014/main" id="{4891AB9F-73A7-4466-A915-CEF7E161291F}"/>
              </a:ext>
            </a:extLst>
          </p:cNvPr>
          <p:cNvSpPr>
            <a:spLocks xmlns:a="http://schemas.openxmlformats.org/drawingml/2006/main" noGrp="1"/>
          </p:cNvSpPr>
          <p:nvPr/>
        </p:nvSpPr>
        <p:spPr>
          <a:xfrm xmlns:a="http://schemas.openxmlformats.org/drawingml/2006/main">
            <a:off x="4370832" y="1920240"/>
            <a:ext cx="3438144" cy="2029968"/>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14" name="Google Shape;214;p5">
            <a:extLst xmlns:a="http://schemas.openxmlformats.org/drawingml/2006/main">
              <a:ext uri="{FF2B5EF4-FFF2-40B4-BE49-F238E27FC236}">
                <a16:creationId xmlns:a16="http://schemas.microsoft.com/office/drawing/2014/main" id="{14F19611-52E0-4BF8-A6F2-7660D88A7512}"/>
              </a:ext>
            </a:extLst>
          </p:cNvPr>
          <p:cNvSpPr>
            <a:spLocks xmlns:a="http://schemas.openxmlformats.org/drawingml/2006/main" noGrp="1"/>
          </p:cNvSpPr>
          <p:nvPr/>
        </p:nvSpPr>
        <p:spPr>
          <a:xfrm xmlns:a="http://schemas.openxmlformats.org/drawingml/2006/main">
            <a:off x="4590288" y="2157984"/>
            <a:ext cx="457200" cy="50292"/>
          </a:xfrm>
          <a:prstGeom xmlns:a="http://schemas.openxmlformats.org/drawingml/2006/main" prst="rect">
            <a:avLst/>
          </a:prstGeom>
          <a:solidFill xmlns:a="http://schemas.openxmlformats.org/drawingml/2006/main">
            <a:srgbClr val="EF7138"/>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15" name="Google Shape;215;p5">
            <a:extLst xmlns:a="http://schemas.openxmlformats.org/drawingml/2006/main">
              <a:ext uri="{FF2B5EF4-FFF2-40B4-BE49-F238E27FC236}">
                <a16:creationId xmlns:a16="http://schemas.microsoft.com/office/drawing/2014/main" id="{47CD7F12-D6A9-4CB1-84A3-EF57D3BF8326}"/>
              </a:ext>
            </a:extLst>
          </p:cNvPr>
          <p:cNvSpPr>
            <a:spLocks xmlns:a="http://schemas.openxmlformats.org/drawingml/2006/main" noGrp="1"/>
          </p:cNvSpPr>
          <p:nvPr/>
        </p:nvSpPr>
        <p:spPr>
          <a:xfrm xmlns:a="http://schemas.openxmlformats.org/drawingml/2006/main">
            <a:off x="4590288" y="2386584"/>
            <a:ext cx="2990088"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600" b="1">
                <a:solidFill>
                  <a:srgbClr val="007B80"/>
                </a:solidFill>
                <a:latin typeface="Arial"/>
                <a:ea typeface="Arial"/>
                <a:cs typeface="Arial"/>
              </a:rPr>
              <a:t>NURSES</a:t>
            </a:r>
            <a:endParaRPr/>
          </a:p>
        </p:txBody>
      </p:sp>
      <p:sp>
        <p:nvSpPr>
          <p:cNvPr id="216" name="Google Shape;216;p5">
            <a:extLst xmlns:a="http://schemas.openxmlformats.org/drawingml/2006/main">
              <a:ext uri="{FF2B5EF4-FFF2-40B4-BE49-F238E27FC236}">
                <a16:creationId xmlns:a16="http://schemas.microsoft.com/office/drawing/2014/main" id="{6A00741C-E985-4D4E-BA54-E8BE56918F0F}"/>
              </a:ext>
            </a:extLst>
          </p:cNvPr>
          <p:cNvSpPr>
            <a:spLocks xmlns:a="http://schemas.openxmlformats.org/drawingml/2006/main" noGrp="1"/>
          </p:cNvSpPr>
          <p:nvPr/>
        </p:nvSpPr>
        <p:spPr>
          <a:xfrm xmlns:a="http://schemas.openxmlformats.org/drawingml/2006/main">
            <a:off x="4590288" y="2889504"/>
            <a:ext cx="2999232" cy="8138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75"/>
            </a:defPPr>
          </a:lstStyle>
          <a:p xmlns:a="http://schemas.openxmlformats.org/drawingml/2006/main">
            <a:pPr marL="0" marR="0" lvl="0" indent="0" algn="l">
              <a:spcBef>
                <a:spcPts val="0"/>
              </a:spcBef>
              <a:spcAft>
                <a:spcPts val="0"/>
              </a:spcAft>
              <a:buNone/>
              <a:defRPr sz="2175"/>
            </a:pPr>
            <a:r>
              <a:rPr sz="2175">
                <a:solidFill>
                  <a:schemeClr val="dk1"/>
                </a:solidFill>
                <a:latin typeface="Arial"/>
                <a:ea typeface="Arial"/>
                <a:cs typeface="Arial"/>
              </a:rPr>
              <a:t>See priorities;</a:t>
            </a:r>
            <a:endParaRPr/>
          </a:p>
          <a:p xmlns:a="http://schemas.openxmlformats.org/drawingml/2006/main">
            <a:pPr marL="0" marR="0" lvl="0" indent="0" algn="l">
              <a:spcBef>
                <a:spcPts val="0"/>
              </a:spcBef>
              <a:spcAft>
                <a:spcPts val="0"/>
              </a:spcAft>
              <a:buNone/>
              <a:defRPr sz="2175"/>
            </a:pPr>
            <a:r>
              <a:rPr sz="2175">
                <a:solidFill>
                  <a:schemeClr val="dk1"/>
                </a:solidFill>
                <a:latin typeface="Arial"/>
                <a:ea typeface="Arial"/>
                <a:cs typeface="Arial"/>
              </a:rPr>
              <a:t>record a correction.</a:t>
            </a:r>
            <a:endParaRPr/>
          </a:p>
        </p:txBody>
      </p:sp>
      <p:sp>
        <p:nvSpPr>
          <p:cNvPr id="217" name="Google Shape;217;p5">
            <a:extLst xmlns:a="http://schemas.openxmlformats.org/drawingml/2006/main">
              <a:ext uri="{FF2B5EF4-FFF2-40B4-BE49-F238E27FC236}">
                <a16:creationId xmlns:a16="http://schemas.microsoft.com/office/drawing/2014/main" id="{0D77EEEE-DB10-4A6A-A045-8562BF5AD70D}"/>
              </a:ext>
            </a:extLst>
          </p:cNvPr>
          <p:cNvSpPr>
            <a:spLocks xmlns:a="http://schemas.openxmlformats.org/drawingml/2006/main" noGrp="1"/>
          </p:cNvSpPr>
          <p:nvPr/>
        </p:nvSpPr>
        <p:spPr>
          <a:xfrm xmlns:a="http://schemas.openxmlformats.org/drawingml/2006/main">
            <a:off x="8092440" y="1920240"/>
            <a:ext cx="3438144" cy="2029968"/>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18" name="Google Shape;218;p5">
            <a:extLst xmlns:a="http://schemas.openxmlformats.org/drawingml/2006/main">
              <a:ext uri="{FF2B5EF4-FFF2-40B4-BE49-F238E27FC236}">
                <a16:creationId xmlns:a16="http://schemas.microsoft.com/office/drawing/2014/main" id="{E7429F09-EF75-4DFB-A817-0571B62118A1}"/>
              </a:ext>
            </a:extLst>
          </p:cNvPr>
          <p:cNvSpPr>
            <a:spLocks xmlns:a="http://schemas.openxmlformats.org/drawingml/2006/main" noGrp="1"/>
          </p:cNvSpPr>
          <p:nvPr/>
        </p:nvSpPr>
        <p:spPr>
          <a:xfrm xmlns:a="http://schemas.openxmlformats.org/drawingml/2006/main">
            <a:off x="8311896" y="2157984"/>
            <a:ext cx="457200" cy="50292"/>
          </a:xfrm>
          <a:prstGeom xmlns:a="http://schemas.openxmlformats.org/drawingml/2006/main" prst="rect">
            <a:avLst/>
          </a:prstGeom>
          <a:solidFill xmlns:a="http://schemas.openxmlformats.org/drawingml/2006/main">
            <a:srgbClr val="EF7138"/>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19" name="Google Shape;219;p5">
            <a:extLst xmlns:a="http://schemas.openxmlformats.org/drawingml/2006/main">
              <a:ext uri="{FF2B5EF4-FFF2-40B4-BE49-F238E27FC236}">
                <a16:creationId xmlns:a16="http://schemas.microsoft.com/office/drawing/2014/main" id="{7E7D7C26-917D-457A-8A7E-25449649B544}"/>
              </a:ext>
            </a:extLst>
          </p:cNvPr>
          <p:cNvSpPr>
            <a:spLocks xmlns:a="http://schemas.openxmlformats.org/drawingml/2006/main" noGrp="1"/>
          </p:cNvSpPr>
          <p:nvPr/>
        </p:nvSpPr>
        <p:spPr>
          <a:xfrm xmlns:a="http://schemas.openxmlformats.org/drawingml/2006/main">
            <a:off x="8311896" y="2386584"/>
            <a:ext cx="2990088"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600" b="1">
                <a:solidFill>
                  <a:srgbClr val="007B80"/>
                </a:solidFill>
                <a:latin typeface="Arial"/>
                <a:ea typeface="Arial"/>
                <a:cs typeface="Arial"/>
              </a:rPr>
              <a:t>DOCTORS</a:t>
            </a:r>
            <a:endParaRPr/>
          </a:p>
        </p:txBody>
      </p:sp>
      <p:sp>
        <p:nvSpPr>
          <p:cNvPr id="220" name="Google Shape;220;p5">
            <a:extLst xmlns:a="http://schemas.openxmlformats.org/drawingml/2006/main">
              <a:ext uri="{FF2B5EF4-FFF2-40B4-BE49-F238E27FC236}">
                <a16:creationId xmlns:a16="http://schemas.microsoft.com/office/drawing/2014/main" id="{FCF93C97-2A7D-4B2C-B366-584FC292304A}"/>
              </a:ext>
            </a:extLst>
          </p:cNvPr>
          <p:cNvSpPr>
            <a:spLocks xmlns:a="http://schemas.openxmlformats.org/drawingml/2006/main" noGrp="1"/>
          </p:cNvSpPr>
          <p:nvPr/>
        </p:nvSpPr>
        <p:spPr>
          <a:xfrm xmlns:a="http://schemas.openxmlformats.org/drawingml/2006/main">
            <a:off x="8311896" y="2889504"/>
            <a:ext cx="2999232" cy="8138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75"/>
            </a:defPPr>
          </a:lstStyle>
          <a:p xmlns:a="http://schemas.openxmlformats.org/drawingml/2006/main">
            <a:pPr marL="0" marR="0" lvl="0" indent="0" algn="l">
              <a:lnSpc>
                <a:spcPct val="105000"/>
              </a:lnSpc>
              <a:spcBef>
                <a:spcPts val="0"/>
              </a:spcBef>
              <a:spcAft>
                <a:spcPts val="0"/>
              </a:spcAft>
              <a:buNone/>
              <a:defRPr sz="2175"/>
            </a:pPr>
            <a:r>
              <a:rPr sz="2175" b="1">
                <a:solidFill>
                  <a:srgbClr val="0C3850"/>
                </a:solidFill>
                <a:latin typeface="Arial"/>
                <a:ea typeface="Arial"/>
                <a:cs typeface="Arial"/>
              </a:rPr>
              <a:t>Review symptoms,</a:t>
            </a:r>
            <a:endParaRPr/>
          </a:p>
          <a:p xmlns:a="http://schemas.openxmlformats.org/drawingml/2006/main">
            <a:pPr marL="0" marR="0" lvl="0" indent="0" algn="l">
              <a:lnSpc>
                <a:spcPct val="105000"/>
              </a:lnSpc>
              <a:spcBef>
                <a:spcPts val="0"/>
              </a:spcBef>
              <a:spcAft>
                <a:spcPts val="0"/>
              </a:spcAft>
              <a:buNone/>
              <a:defRPr sz="2175"/>
            </a:pPr>
            <a:r>
              <a:rPr sz="2175" b="1">
                <a:solidFill>
                  <a:srgbClr val="0C3850"/>
                </a:solidFill>
                <a:latin typeface="Arial"/>
                <a:ea typeface="Arial"/>
                <a:cs typeface="Arial"/>
              </a:rPr>
              <a:t>vitals and changes.</a:t>
            </a:r>
            <a:endParaRPr/>
          </a:p>
        </p:txBody>
      </p:sp>
      <p:sp>
        <p:nvSpPr>
          <p:cNvPr id="221" name="Google Shape;221;p5">
            <a:extLst xmlns:a="http://schemas.openxmlformats.org/drawingml/2006/main">
              <a:ext uri="{FF2B5EF4-FFF2-40B4-BE49-F238E27FC236}">
                <a16:creationId xmlns:a16="http://schemas.microsoft.com/office/drawing/2014/main" id="{2F508B41-0924-468D-8532-A3E02859ED7A}"/>
              </a:ext>
            </a:extLst>
          </p:cNvPr>
          <p:cNvSpPr>
            <a:spLocks xmlns:a="http://schemas.openxmlformats.org/drawingml/2006/main" noGrp="1"/>
          </p:cNvSpPr>
          <p:nvPr/>
        </p:nvSpPr>
        <p:spPr>
          <a:xfrm xmlns:a="http://schemas.openxmlformats.org/drawingml/2006/main">
            <a:off x="694944" y="4297680"/>
            <a:ext cx="1078992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250"/>
            </a:defPPr>
          </a:lstStyle>
          <a:p xmlns:a="http://schemas.openxmlformats.org/drawingml/2006/main">
            <a:pPr marL="0" marR="0" lvl="0" indent="0" algn="l">
              <a:lnSpc>
                <a:spcPct val="105000"/>
              </a:lnSpc>
              <a:spcBef>
                <a:spcPts val="0"/>
              </a:spcBef>
              <a:spcAft>
                <a:spcPts val="0"/>
              </a:spcAft>
              <a:buNone/>
              <a:defRPr sz="2250"/>
            </a:pPr>
            <a:r>
              <a:rPr sz="2250" b="1">
                <a:solidFill>
                  <a:srgbClr val="456170"/>
                </a:solidFill>
                <a:latin typeface="Arial"/>
                <a:ea typeface="Arial"/>
                <a:cs typeface="Arial"/>
              </a:rPr>
              <a:t>MEASURE IN A SUPERVISED EVALUATION</a:t>
            </a:r>
            <a:endParaRPr/>
          </a:p>
        </p:txBody>
      </p:sp>
      <p:sp>
        <p:nvSpPr>
          <p:cNvPr id="222" name="Google Shape;222;p5">
            <a:extLst xmlns:a="http://schemas.openxmlformats.org/drawingml/2006/main">
              <a:ext uri="{FF2B5EF4-FFF2-40B4-BE49-F238E27FC236}">
                <a16:creationId xmlns:a16="http://schemas.microsoft.com/office/drawing/2014/main" id="{397456BD-32C2-46FA-A2E4-25F19BFD942E}"/>
              </a:ext>
            </a:extLst>
          </p:cNvPr>
          <p:cNvSpPr>
            <a:spLocks xmlns:a="http://schemas.openxmlformats.org/drawingml/2006/main" noGrp="1"/>
          </p:cNvSpPr>
          <p:nvPr/>
        </p:nvSpPr>
        <p:spPr>
          <a:xfrm xmlns:a="http://schemas.openxmlformats.org/drawingml/2006/main">
            <a:off x="649224" y="4855464"/>
            <a:ext cx="3438144" cy="877824"/>
          </a:xfrm>
          <a:prstGeom xmlns:a="http://schemas.openxmlformats.org/drawingml/2006/main" prst="roundRect">
            <a:avLst>
              <a:gd name="adj" fmla="val 12000"/>
            </a:avLst>
          </a:prstGeom>
          <a:solidFill xmlns:a="http://schemas.openxmlformats.org/drawingml/2006/main">
            <a:srgbClr val="FFF4E7"/>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23" name="Google Shape;223;p5">
            <a:extLst xmlns:a="http://schemas.openxmlformats.org/drawingml/2006/main">
              <a:ext uri="{FF2B5EF4-FFF2-40B4-BE49-F238E27FC236}">
                <a16:creationId xmlns:a16="http://schemas.microsoft.com/office/drawing/2014/main" id="{82563DD8-46DB-4500-9B74-D6B9AD9B183A}"/>
              </a:ext>
            </a:extLst>
          </p:cNvPr>
          <p:cNvSpPr>
            <a:spLocks xmlns:a="http://schemas.openxmlformats.org/drawingml/2006/main" noGrp="1"/>
          </p:cNvSpPr>
          <p:nvPr/>
        </p:nvSpPr>
        <p:spPr>
          <a:xfrm xmlns:a="http://schemas.openxmlformats.org/drawingml/2006/main">
            <a:off x="786384" y="4901184"/>
            <a:ext cx="3163824"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250"/>
            </a:defPPr>
          </a:lstStyle>
          <a:p xmlns:a="http://schemas.openxmlformats.org/drawingml/2006/main">
            <a:pPr marL="0" marR="0" lvl="0" indent="0" algn="ctr">
              <a:lnSpc>
                <a:spcPct val="105000"/>
              </a:lnSpc>
              <a:spcBef>
                <a:spcPts val="0"/>
              </a:spcBef>
              <a:spcAft>
                <a:spcPts val="0"/>
              </a:spcAft>
              <a:buNone/>
              <a:defRPr sz="2250"/>
            </a:pPr>
            <a:r>
              <a:rPr sz="2250" b="1">
                <a:solidFill>
                  <a:srgbClr val="0C3850"/>
                </a:solidFill>
                <a:latin typeface="Arial"/>
                <a:ea typeface="Arial"/>
                <a:cs typeface="Arial"/>
              </a:rPr>
              <a:t>Time to staff</a:t>
            </a:r>
            <a:endParaRPr/>
          </a:p>
          <a:p xmlns:a="http://schemas.openxmlformats.org/drawingml/2006/main">
            <a:pPr marL="0" marR="0" lvl="0" indent="0" algn="ctr">
              <a:lnSpc>
                <a:spcPct val="105000"/>
              </a:lnSpc>
              <a:spcBef>
                <a:spcPts val="0"/>
              </a:spcBef>
              <a:spcAft>
                <a:spcPts val="0"/>
              </a:spcAft>
              <a:buNone/>
              <a:defRPr sz="2250"/>
            </a:pPr>
            <a:r>
              <a:rPr sz="2250" b="1">
                <a:solidFill>
                  <a:srgbClr val="0C3850"/>
                </a:solidFill>
                <a:latin typeface="Arial"/>
                <a:ea typeface="Arial"/>
                <a:cs typeface="Arial"/>
              </a:rPr>
              <a:t>assessment</a:t>
            </a:r>
            <a:endParaRPr/>
          </a:p>
        </p:txBody>
      </p:sp>
      <p:sp>
        <p:nvSpPr>
          <p:cNvPr id="224" name="Google Shape;224;p5">
            <a:extLst xmlns:a="http://schemas.openxmlformats.org/drawingml/2006/main">
              <a:ext uri="{FF2B5EF4-FFF2-40B4-BE49-F238E27FC236}">
                <a16:creationId xmlns:a16="http://schemas.microsoft.com/office/drawing/2014/main" id="{70167E83-310E-4D77-AEAD-8CCDA6814F1C}"/>
              </a:ext>
            </a:extLst>
          </p:cNvPr>
          <p:cNvSpPr>
            <a:spLocks xmlns:a="http://schemas.openxmlformats.org/drawingml/2006/main" noGrp="1"/>
          </p:cNvSpPr>
          <p:nvPr/>
        </p:nvSpPr>
        <p:spPr>
          <a:xfrm xmlns:a="http://schemas.openxmlformats.org/drawingml/2006/main">
            <a:off x="4370832" y="4855464"/>
            <a:ext cx="3438144" cy="877824"/>
          </a:xfrm>
          <a:prstGeom xmlns:a="http://schemas.openxmlformats.org/drawingml/2006/main" prst="roundRect">
            <a:avLst>
              <a:gd name="adj" fmla="val 12000"/>
            </a:avLst>
          </a:prstGeom>
          <a:solidFill xmlns:a="http://schemas.openxmlformats.org/drawingml/2006/main">
            <a:srgbClr val="FFF4E7"/>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25" name="Google Shape;225;p5">
            <a:extLst xmlns:a="http://schemas.openxmlformats.org/drawingml/2006/main">
              <a:ext uri="{FF2B5EF4-FFF2-40B4-BE49-F238E27FC236}">
                <a16:creationId xmlns:a16="http://schemas.microsoft.com/office/drawing/2014/main" id="{79B52FCE-5F88-4884-B14A-9EE445C87191}"/>
              </a:ext>
            </a:extLst>
          </p:cNvPr>
          <p:cNvSpPr>
            <a:spLocks xmlns:a="http://schemas.openxmlformats.org/drawingml/2006/main" noGrp="1"/>
          </p:cNvSpPr>
          <p:nvPr/>
        </p:nvSpPr>
        <p:spPr>
          <a:xfrm xmlns:a="http://schemas.openxmlformats.org/drawingml/2006/main">
            <a:off x="4507992" y="4901184"/>
            <a:ext cx="3163824"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75"/>
            </a:defPPr>
          </a:lstStyle>
          <a:p xmlns:a="http://schemas.openxmlformats.org/drawingml/2006/main">
            <a:pPr marL="0" marR="0" lvl="0" indent="0" algn="ctr">
              <a:lnSpc>
                <a:spcPct val="105000"/>
              </a:lnSpc>
              <a:spcBef>
                <a:spcPts val="0"/>
              </a:spcBef>
              <a:spcAft>
                <a:spcPts val="0"/>
              </a:spcAft>
              <a:buNone/>
              <a:defRPr sz="2175"/>
            </a:pPr>
            <a:r>
              <a:rPr sz="2175" b="1">
                <a:solidFill>
                  <a:srgbClr val="0C3850"/>
                </a:solidFill>
                <a:latin typeface="Arial"/>
                <a:ea typeface="Arial"/>
                <a:cs typeface="Arial"/>
              </a:rPr>
              <a:t>Missed urgent cases</a:t>
            </a:r>
            <a:endParaRPr/>
          </a:p>
          <a:p xmlns:a="http://schemas.openxmlformats.org/drawingml/2006/main">
            <a:pPr marL="0" marR="0" lvl="0" indent="0" algn="ctr">
              <a:lnSpc>
                <a:spcPct val="105000"/>
              </a:lnSpc>
              <a:spcBef>
                <a:spcPts val="0"/>
              </a:spcBef>
              <a:spcAft>
                <a:spcPts val="0"/>
              </a:spcAft>
              <a:buNone/>
              <a:defRPr sz="2175"/>
            </a:pPr>
            <a:r>
              <a:rPr sz="2175" b="1">
                <a:solidFill>
                  <a:srgbClr val="0C3850"/>
                </a:solidFill>
                <a:latin typeface="Arial"/>
                <a:ea typeface="Arial"/>
                <a:cs typeface="Arial"/>
              </a:rPr>
              <a:t>and disagreements</a:t>
            </a:r>
            <a:endParaRPr/>
          </a:p>
        </p:txBody>
      </p:sp>
      <p:sp>
        <p:nvSpPr>
          <p:cNvPr id="226" name="Google Shape;226;p5">
            <a:extLst xmlns:a="http://schemas.openxmlformats.org/drawingml/2006/main">
              <a:ext uri="{FF2B5EF4-FFF2-40B4-BE49-F238E27FC236}">
                <a16:creationId xmlns:a16="http://schemas.microsoft.com/office/drawing/2014/main" id="{CD21C108-2854-4CFE-B1F3-A818A814E115}"/>
              </a:ext>
            </a:extLst>
          </p:cNvPr>
          <p:cNvSpPr>
            <a:spLocks xmlns:a="http://schemas.openxmlformats.org/drawingml/2006/main" noGrp="1"/>
          </p:cNvSpPr>
          <p:nvPr/>
        </p:nvSpPr>
        <p:spPr>
          <a:xfrm xmlns:a="http://schemas.openxmlformats.org/drawingml/2006/main">
            <a:off x="8092440" y="4855464"/>
            <a:ext cx="3438144" cy="877824"/>
          </a:xfrm>
          <a:prstGeom xmlns:a="http://schemas.openxmlformats.org/drawingml/2006/main" prst="roundRect">
            <a:avLst>
              <a:gd name="adj" fmla="val 12000"/>
            </a:avLst>
          </a:prstGeom>
          <a:solidFill xmlns:a="http://schemas.openxmlformats.org/drawingml/2006/main">
            <a:srgbClr val="FFF4E7"/>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27" name="Google Shape;227;p5">
            <a:extLst xmlns:a="http://schemas.openxmlformats.org/drawingml/2006/main">
              <a:ext uri="{FF2B5EF4-FFF2-40B4-BE49-F238E27FC236}">
                <a16:creationId xmlns:a16="http://schemas.microsoft.com/office/drawing/2014/main" id="{9BC9A21B-06D0-4E3C-A6E3-18CAA554D598}"/>
              </a:ext>
            </a:extLst>
          </p:cNvPr>
          <p:cNvSpPr>
            <a:spLocks xmlns:a="http://schemas.openxmlformats.org/drawingml/2006/main" noGrp="1"/>
          </p:cNvSpPr>
          <p:nvPr/>
        </p:nvSpPr>
        <p:spPr>
          <a:xfrm xmlns:a="http://schemas.openxmlformats.org/drawingml/2006/main">
            <a:off x="8229600" y="4901184"/>
            <a:ext cx="3163824"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75"/>
            </a:defPPr>
          </a:lstStyle>
          <a:p xmlns:a="http://schemas.openxmlformats.org/drawingml/2006/main">
            <a:pPr marL="0" marR="0" lvl="0" indent="0" algn="ctr">
              <a:lnSpc>
                <a:spcPct val="105000"/>
              </a:lnSpc>
              <a:spcBef>
                <a:spcPts val="0"/>
              </a:spcBef>
              <a:spcAft>
                <a:spcPts val="0"/>
              </a:spcAft>
              <a:buNone/>
              <a:defRPr sz="2175"/>
            </a:pPr>
            <a:r>
              <a:rPr sz="2175" b="1">
                <a:solidFill>
                  <a:srgbClr val="0C3850"/>
                </a:solidFill>
                <a:latin typeface="Arial"/>
                <a:ea typeface="Arial"/>
                <a:cs typeface="Arial"/>
              </a:rPr>
              <a:t>Intake time and</a:t>
            </a:r>
            <a:endParaRPr/>
          </a:p>
          <a:p xmlns:a="http://schemas.openxmlformats.org/drawingml/2006/main">
            <a:pPr marL="0" marR="0" lvl="0" indent="0" algn="ctr">
              <a:lnSpc>
                <a:spcPct val="105000"/>
              </a:lnSpc>
              <a:spcBef>
                <a:spcPts val="0"/>
              </a:spcBef>
              <a:spcAft>
                <a:spcPts val="0"/>
              </a:spcAft>
              <a:buNone/>
              <a:defRPr sz="2175"/>
            </a:pPr>
            <a:r>
              <a:rPr sz="2175" b="1">
                <a:solidFill>
                  <a:srgbClr val="0C3850"/>
                </a:solidFill>
                <a:latin typeface="Arial"/>
                <a:ea typeface="Arial"/>
                <a:cs typeface="Arial"/>
              </a:rPr>
              <a:t>translation errors</a:t>
            </a:r>
            <a:endParaRPr/>
          </a:p>
        </p:txBody>
      </p:sp>
      <p:sp>
        <p:nvSpPr>
          <p:cNvPr id="230" name="Google Shape;230;p5">
            <a:extLst xmlns:a="http://schemas.openxmlformats.org/drawingml/2006/main">
              <a:ext uri="{FF2B5EF4-FFF2-40B4-BE49-F238E27FC236}">
                <a16:creationId xmlns:a16="http://schemas.microsoft.com/office/drawing/2014/main" id="{6110EF2E-2F2A-401F-889A-29965DF281AA}"/>
              </a:ext>
            </a:extLst>
          </p:cNvPr>
          <p:cNvSpPr>
            <a:spLocks xmlns:a="http://schemas.openxmlformats.org/drawingml/2006/main" noGrp="1"/>
          </p:cNvSpPr>
          <p:nvPr/>
        </p:nvSpPr>
        <p:spPr>
          <a:xfrm xmlns:a="http://schemas.openxmlformats.org/drawingml/2006/main">
            <a:off x="2333625" y="6334125"/>
            <a:ext cx="7486650"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1800"/>
            </a:defPPr>
          </a:lstStyle>
          <a:p xmlns:a="http://schemas.openxmlformats.org/drawingml/2006/main">
            <a:pPr marL="0" marR="0" lvl="0" indent="0" algn="ctr">
              <a:lnSpc>
                <a:spcPct val="105000"/>
              </a:lnSpc>
              <a:spcBef>
                <a:spcPts val="0"/>
              </a:spcBef>
              <a:spcAft>
                <a:spcPts val="0"/>
              </a:spcAft>
              <a:buNone/>
              <a:defRPr sz="1800"/>
            </a:pPr>
            <a:r>
              <a:rPr sz="1800" b="0">
                <a:solidFill>
                  <a:srgbClr val="456170"/>
                </a:solidFill>
                <a:latin typeface="Arial"/>
                <a:ea typeface="Arial"/>
                <a:cs typeface="Arial"/>
              </a:rPr>
              <a:t>Intended benefits; no measured clinical outcomes.</a:t>
            </a:r>
            <a:endParaRPr/>
          </a:p>
        </p:txBody>
      </p:sp>
    </p:spTree>
    <p:extLst>
      <p:ext uri="{BB962C8B-B14F-4D97-AF65-F5344CB8AC3E}">
        <p14:creationId xmlns:p14="http://schemas.microsoft.com/office/powerpoint/2010/main" val="155690856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36" name="Google Shape;236;p6">
            <a:extLst xmlns:a="http://schemas.openxmlformats.org/drawingml/2006/main">
              <a:ext uri="{FF2B5EF4-FFF2-40B4-BE49-F238E27FC236}">
                <a16:creationId xmlns:a16="http://schemas.microsoft.com/office/drawing/2014/main" id="{6C0593A6-58D8-4CAB-844F-07637AE78E6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80cf8ac85064f01">
            <a:alphaModFix/>
          </a:blip>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237" name="Google Shape;237;p6">
            <a:extLst xmlns:a="http://schemas.openxmlformats.org/drawingml/2006/main">
              <a:ext uri="{FF2B5EF4-FFF2-40B4-BE49-F238E27FC236}">
                <a16:creationId xmlns:a16="http://schemas.microsoft.com/office/drawing/2014/main" id="{B8579472-5C96-474C-A536-49568E159014}"/>
              </a:ext>
            </a:extLst>
          </p:cNvPr>
          <p:cNvSpPr>
            <a:spLocks xmlns:a="http://schemas.openxmlformats.org/drawingml/2006/main" noGrp="1"/>
          </p:cNvSpPr>
          <p:nvPr/>
        </p:nvSpPr>
        <p:spPr>
          <a:xfrm xmlns:a="http://schemas.openxmlformats.org/drawingml/2006/main">
            <a:off x="603504" y="402336"/>
            <a:ext cx="64008" cy="256032"/>
          </a:xfrm>
          <a:prstGeom xmlns:a="http://schemas.openxmlformats.org/drawingml/2006/main" prst="rect">
            <a:avLst/>
          </a:prstGeom>
          <a:solidFill xmlns:a="http://schemas.openxmlformats.org/drawingml/2006/main">
            <a:srgbClr val="EF7138"/>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38" name="Google Shape;238;p6">
            <a:extLst xmlns:a="http://schemas.openxmlformats.org/drawingml/2006/main">
              <a:ext uri="{FF2B5EF4-FFF2-40B4-BE49-F238E27FC236}">
                <a16:creationId xmlns:a16="http://schemas.microsoft.com/office/drawing/2014/main" id="{B02DB591-DE3F-4C5A-9324-79E057F835BF}"/>
              </a:ext>
            </a:extLst>
          </p:cNvPr>
          <p:cNvSpPr>
            <a:spLocks xmlns:a="http://schemas.openxmlformats.org/drawingml/2006/main" noGrp="1"/>
          </p:cNvSpPr>
          <p:nvPr/>
        </p:nvSpPr>
        <p:spPr>
          <a:xfrm xmlns:a="http://schemas.openxmlformats.org/drawingml/2006/main">
            <a:off x="795528" y="320040"/>
            <a:ext cx="9052560"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1">
                <a:solidFill>
                  <a:srgbClr val="007B80"/>
                </a:solidFill>
                <a:latin typeface="Arial"/>
                <a:ea typeface="Arial"/>
                <a:cs typeface="Arial"/>
              </a:rPr>
              <a:t>FUTURE PROSPECT</a:t>
            </a:r>
            <a:endParaRPr/>
          </a:p>
        </p:txBody>
      </p:sp>
      <p:sp>
        <p:nvSpPr>
          <p:cNvPr id="239" name="Google Shape;239;p6">
            <a:extLst xmlns:a="http://schemas.openxmlformats.org/drawingml/2006/main">
              <a:ext uri="{FF2B5EF4-FFF2-40B4-BE49-F238E27FC236}">
                <a16:creationId xmlns:a16="http://schemas.microsoft.com/office/drawing/2014/main" id="{3BFC0446-C45D-41DE-88A0-6DAA31C98844}"/>
              </a:ext>
            </a:extLst>
          </p:cNvPr>
          <p:cNvSpPr>
            <a:spLocks xmlns:a="http://schemas.openxmlformats.org/drawingml/2006/main" noGrp="1"/>
          </p:cNvSpPr>
          <p:nvPr/>
        </p:nvSpPr>
        <p:spPr>
          <a:xfrm xmlns:a="http://schemas.openxmlformats.org/drawingml/2006/main">
            <a:off x="603504" y="886968"/>
            <a:ext cx="9235440" cy="6126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3225"/>
            </a:defPPr>
          </a:lstStyle>
          <a:p xmlns:a="http://schemas.openxmlformats.org/drawingml/2006/main">
            <a:pPr marL="0" marR="0" lvl="0" indent="0" algn="l">
              <a:lnSpc>
                <a:spcPct val="105000"/>
              </a:lnSpc>
              <a:spcBef>
                <a:spcPts val="0"/>
              </a:spcBef>
              <a:spcAft>
                <a:spcPts val="0"/>
              </a:spcAft>
              <a:buNone/>
              <a:defRPr sz="3225"/>
            </a:pPr>
            <a:r>
              <a:rPr sz="3225" b="1">
                <a:solidFill>
                  <a:srgbClr val="0C3850"/>
                </a:solidFill>
                <a:latin typeface="Arial"/>
                <a:ea typeface="Arial"/>
                <a:cs typeface="Arial"/>
              </a:rPr>
              <a:t>Next steps after the prototype.</a:t>
            </a:r>
            <a:endParaRPr/>
          </a:p>
        </p:txBody>
      </p:sp>
      <p:sp>
        <p:nvSpPr>
          <p:cNvPr id="240" name="Google Shape;240;p6">
            <a:extLst xmlns:a="http://schemas.openxmlformats.org/drawingml/2006/main">
              <a:ext uri="{FF2B5EF4-FFF2-40B4-BE49-F238E27FC236}">
                <a16:creationId xmlns:a16="http://schemas.microsoft.com/office/drawing/2014/main" id="{2BCC681F-0651-4867-ADB7-F9835AECF5F2}"/>
              </a:ext>
            </a:extLst>
          </p:cNvPr>
          <p:cNvSpPr>
            <a:spLocks xmlns:a="http://schemas.openxmlformats.org/drawingml/2006/main" noGrp="1"/>
          </p:cNvSpPr>
          <p:nvPr/>
        </p:nvSpPr>
        <p:spPr>
          <a:xfrm xmlns:a="http://schemas.openxmlformats.org/drawingml/2006/main">
            <a:off x="603504" y="6364224"/>
            <a:ext cx="16459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025"/>
            </a:defPPr>
          </a:lstStyle>
          <a:p xmlns:a="http://schemas.openxmlformats.org/drawingml/2006/main">
            <a:pPr marL="0" marR="0" lvl="0" indent="0" algn="l">
              <a:lnSpc>
                <a:spcPct val="105000"/>
              </a:lnSpc>
              <a:spcBef>
                <a:spcPts val="0"/>
              </a:spcBef>
              <a:spcAft>
                <a:spcPts val="0"/>
              </a:spcAft>
              <a:buNone/>
              <a:defRPr sz="2025"/>
            </a:pPr>
            <a:r>
              <a:rPr sz="2025" b="0">
                <a:solidFill>
                  <a:srgbClr val="456170"/>
                </a:solidFill>
                <a:latin typeface="Arial"/>
                <a:ea typeface="Arial"/>
                <a:cs typeface="Arial"/>
              </a:rPr>
              <a:t>09 / 10</a:t>
            </a:r>
            <a:endParaRPr/>
          </a:p>
        </p:txBody>
      </p:sp>
      <p:sp>
        <p:nvSpPr>
          <p:cNvPr id="241" name="Google Shape;241;p6">
            <a:extLst xmlns:a="http://schemas.openxmlformats.org/drawingml/2006/main">
              <a:ext uri="{FF2B5EF4-FFF2-40B4-BE49-F238E27FC236}">
                <a16:creationId xmlns:a16="http://schemas.microsoft.com/office/drawing/2014/main" id="{B1FEF41E-5EFC-4FE6-AFA3-64F84A02BAC0}"/>
              </a:ext>
            </a:extLst>
          </p:cNvPr>
          <p:cNvSpPr>
            <a:spLocks xmlns:a="http://schemas.openxmlformats.org/drawingml/2006/main" noGrp="1"/>
          </p:cNvSpPr>
          <p:nvPr/>
        </p:nvSpPr>
        <p:spPr>
          <a:xfrm xmlns:a="http://schemas.openxmlformats.org/drawingml/2006/main">
            <a:off x="658368" y="1865376"/>
            <a:ext cx="10863072" cy="1033271"/>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42" name="Google Shape;242;p6">
            <a:extLst xmlns:a="http://schemas.openxmlformats.org/drawingml/2006/main">
              <a:ext uri="{FF2B5EF4-FFF2-40B4-BE49-F238E27FC236}">
                <a16:creationId xmlns:a16="http://schemas.microsoft.com/office/drawing/2014/main" id="{2AACC67A-5A37-424C-8A18-5903C2E4801D}"/>
              </a:ext>
            </a:extLst>
          </p:cNvPr>
          <p:cNvSpPr>
            <a:spLocks xmlns:a="http://schemas.openxmlformats.org/drawingml/2006/main" noGrp="1"/>
          </p:cNvSpPr>
          <p:nvPr/>
        </p:nvSpPr>
        <p:spPr>
          <a:xfrm xmlns:a="http://schemas.openxmlformats.org/drawingml/2006/main">
            <a:off x="877824" y="2066544"/>
            <a:ext cx="594360" cy="539496"/>
          </a:xfrm>
          <a:prstGeom xmlns:a="http://schemas.openxmlformats.org/drawingml/2006/main" prst="roundRect">
            <a:avLst>
              <a:gd name="adj" fmla="val 12000"/>
            </a:avLst>
          </a:prstGeom>
          <a:solidFill xmlns:a="http://schemas.openxmlformats.org/drawingml/2006/main">
            <a:srgbClr val="007B80"/>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43" name="Google Shape;243;p6">
            <a:extLst xmlns:a="http://schemas.openxmlformats.org/drawingml/2006/main">
              <a:ext uri="{FF2B5EF4-FFF2-40B4-BE49-F238E27FC236}">
                <a16:creationId xmlns:a16="http://schemas.microsoft.com/office/drawing/2014/main" id="{90C9880E-F237-4858-81E0-B60FADCE2220}"/>
              </a:ext>
            </a:extLst>
          </p:cNvPr>
          <p:cNvSpPr>
            <a:spLocks xmlns:a="http://schemas.openxmlformats.org/drawingml/2006/main" noGrp="1"/>
          </p:cNvSpPr>
          <p:nvPr/>
        </p:nvSpPr>
        <p:spPr>
          <a:xfrm xmlns:a="http://schemas.openxmlformats.org/drawingml/2006/main">
            <a:off x="914400" y="2080260"/>
            <a:ext cx="521208" cy="512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ctr">
              <a:lnSpc>
                <a:spcPct val="105000"/>
              </a:lnSpc>
              <a:spcBef>
                <a:spcPts val="0"/>
              </a:spcBef>
              <a:spcAft>
                <a:spcPts val="0"/>
              </a:spcAft>
              <a:buNone/>
            </a:pPr>
            <a:r>
              <a:rPr sz="2600" b="1">
                <a:solidFill>
                  <a:srgbClr val="FFFFFF"/>
                </a:solidFill>
                <a:latin typeface="Arial"/>
                <a:ea typeface="Arial"/>
                <a:cs typeface="Arial"/>
              </a:rPr>
              <a:t>1</a:t>
            </a:r>
            <a:endParaRPr/>
          </a:p>
        </p:txBody>
      </p:sp>
      <p:sp>
        <p:nvSpPr>
          <p:cNvPr id="244" name="Google Shape;244;p6">
            <a:extLst xmlns:a="http://schemas.openxmlformats.org/drawingml/2006/main">
              <a:ext uri="{FF2B5EF4-FFF2-40B4-BE49-F238E27FC236}">
                <a16:creationId xmlns:a16="http://schemas.microsoft.com/office/drawing/2014/main" id="{EBDEFE61-4CD8-41CD-9A5C-01EF59FAF231}"/>
              </a:ext>
            </a:extLst>
          </p:cNvPr>
          <p:cNvSpPr>
            <a:spLocks xmlns:a="http://schemas.openxmlformats.org/drawingml/2006/main" noGrp="1"/>
          </p:cNvSpPr>
          <p:nvPr/>
        </p:nvSpPr>
        <p:spPr>
          <a:xfrm xmlns:a="http://schemas.openxmlformats.org/drawingml/2006/main">
            <a:off x="1773936" y="1965960"/>
            <a:ext cx="932688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400"/>
            </a:defPPr>
          </a:lstStyle>
          <a:p xmlns:a="http://schemas.openxmlformats.org/drawingml/2006/main">
            <a:pPr marL="0" marR="0" lvl="0" indent="0" algn="l">
              <a:lnSpc>
                <a:spcPct val="105000"/>
              </a:lnSpc>
              <a:spcBef>
                <a:spcPts val="0"/>
              </a:spcBef>
              <a:spcAft>
                <a:spcPts val="0"/>
              </a:spcAft>
              <a:buNone/>
              <a:defRPr sz="2400"/>
            </a:pPr>
            <a:r>
              <a:rPr sz="2400" b="1">
                <a:solidFill>
                  <a:srgbClr val="0C3850"/>
                </a:solidFill>
                <a:latin typeface="Arial"/>
                <a:ea typeface="Arial"/>
                <a:cs typeface="Arial"/>
              </a:rPr>
              <a:t>Connect records and extend clinician support</a:t>
            </a:r>
            <a:endParaRPr/>
          </a:p>
        </p:txBody>
      </p:sp>
      <p:sp>
        <p:nvSpPr>
          <p:cNvPr id="245" name="Google Shape;245;p6">
            <a:extLst xmlns:a="http://schemas.openxmlformats.org/drawingml/2006/main">
              <a:ext uri="{FF2B5EF4-FFF2-40B4-BE49-F238E27FC236}">
                <a16:creationId xmlns:a16="http://schemas.microsoft.com/office/drawing/2014/main" id="{41F2FAB2-4592-405B-92B9-BE85FAFE3433}"/>
              </a:ext>
            </a:extLst>
          </p:cNvPr>
          <p:cNvSpPr>
            <a:spLocks xmlns:a="http://schemas.openxmlformats.org/drawingml/2006/main" noGrp="1"/>
          </p:cNvSpPr>
          <p:nvPr/>
        </p:nvSpPr>
        <p:spPr>
          <a:xfrm xmlns:a="http://schemas.openxmlformats.org/drawingml/2006/main">
            <a:off x="1773936" y="2459736"/>
            <a:ext cx="9326880" cy="3566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1875"/>
            </a:defPPr>
          </a:lstStyle>
          <a:p xmlns:a="http://schemas.openxmlformats.org/drawingml/2006/main">
            <a:pPr marL="0" marR="0" lvl="0" indent="0" algn="l">
              <a:lnSpc>
                <a:spcPct val="105000"/>
              </a:lnSpc>
              <a:spcBef>
                <a:spcPts val="0"/>
              </a:spcBef>
              <a:spcAft>
                <a:spcPts val="0"/>
              </a:spcAft>
              <a:buNone/>
              <a:defRPr sz="1875"/>
            </a:pPr>
            <a:r>
              <a:rPr sz="1875" b="0">
                <a:solidFill>
                  <a:srgbClr val="456170"/>
                </a:solidFill>
                <a:latin typeface="Arial"/>
                <a:ea typeface="Arial"/>
                <a:cs typeface="Arial"/>
              </a:rPr>
              <a:t>ABDM/ABHA; diagnostic assistance; doctor-approved prescription + leaflet.</a:t>
            </a:r>
            <a:endParaRPr/>
          </a:p>
        </p:txBody>
      </p:sp>
      <p:sp>
        <p:nvSpPr>
          <p:cNvPr id="246" name="Google Shape;246;p6">
            <a:extLst xmlns:a="http://schemas.openxmlformats.org/drawingml/2006/main">
              <a:ext uri="{FF2B5EF4-FFF2-40B4-BE49-F238E27FC236}">
                <a16:creationId xmlns:a16="http://schemas.microsoft.com/office/drawing/2014/main" id="{37FF122D-28F0-4C17-BACF-6F41FCD1070F}"/>
              </a:ext>
            </a:extLst>
          </p:cNvPr>
          <p:cNvSpPr>
            <a:spLocks xmlns:a="http://schemas.openxmlformats.org/drawingml/2006/main" noGrp="1"/>
          </p:cNvSpPr>
          <p:nvPr/>
        </p:nvSpPr>
        <p:spPr>
          <a:xfrm xmlns:a="http://schemas.openxmlformats.org/drawingml/2006/main">
            <a:off x="658368" y="3081528"/>
            <a:ext cx="10863072" cy="1033271"/>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47" name="Google Shape;247;p6">
            <a:extLst xmlns:a="http://schemas.openxmlformats.org/drawingml/2006/main">
              <a:ext uri="{FF2B5EF4-FFF2-40B4-BE49-F238E27FC236}">
                <a16:creationId xmlns:a16="http://schemas.microsoft.com/office/drawing/2014/main" id="{F85B6ED7-567C-4728-9AF5-E4BF6BB1B448}"/>
              </a:ext>
            </a:extLst>
          </p:cNvPr>
          <p:cNvSpPr>
            <a:spLocks xmlns:a="http://schemas.openxmlformats.org/drawingml/2006/main" noGrp="1"/>
          </p:cNvSpPr>
          <p:nvPr/>
        </p:nvSpPr>
        <p:spPr>
          <a:xfrm xmlns:a="http://schemas.openxmlformats.org/drawingml/2006/main">
            <a:off x="877824" y="3282696"/>
            <a:ext cx="594360" cy="539496"/>
          </a:xfrm>
          <a:prstGeom xmlns:a="http://schemas.openxmlformats.org/drawingml/2006/main" prst="roundRect">
            <a:avLst>
              <a:gd name="adj" fmla="val 12000"/>
            </a:avLst>
          </a:prstGeom>
          <a:solidFill xmlns:a="http://schemas.openxmlformats.org/drawingml/2006/main">
            <a:srgbClr val="007B80"/>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48" name="Google Shape;248;p6">
            <a:extLst xmlns:a="http://schemas.openxmlformats.org/drawingml/2006/main">
              <a:ext uri="{FF2B5EF4-FFF2-40B4-BE49-F238E27FC236}">
                <a16:creationId xmlns:a16="http://schemas.microsoft.com/office/drawing/2014/main" id="{083F9736-F2BC-465A-88D1-3313B30D662D}"/>
              </a:ext>
            </a:extLst>
          </p:cNvPr>
          <p:cNvSpPr>
            <a:spLocks xmlns:a="http://schemas.openxmlformats.org/drawingml/2006/main" noGrp="1"/>
          </p:cNvSpPr>
          <p:nvPr/>
        </p:nvSpPr>
        <p:spPr>
          <a:xfrm xmlns:a="http://schemas.openxmlformats.org/drawingml/2006/main">
            <a:off x="914400" y="3296412"/>
            <a:ext cx="521208" cy="512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ctr">
              <a:lnSpc>
                <a:spcPct val="105000"/>
              </a:lnSpc>
              <a:spcBef>
                <a:spcPts val="0"/>
              </a:spcBef>
              <a:spcAft>
                <a:spcPts val="0"/>
              </a:spcAft>
              <a:buNone/>
            </a:pPr>
            <a:r>
              <a:rPr sz="2600" b="1">
                <a:solidFill>
                  <a:srgbClr val="FFFFFF"/>
                </a:solidFill>
                <a:latin typeface="Arial"/>
                <a:ea typeface="Arial"/>
                <a:cs typeface="Arial"/>
              </a:rPr>
              <a:t>2</a:t>
            </a:r>
            <a:endParaRPr/>
          </a:p>
        </p:txBody>
      </p:sp>
      <p:sp>
        <p:nvSpPr>
          <p:cNvPr id="249" name="Google Shape;249;p6">
            <a:extLst xmlns:a="http://schemas.openxmlformats.org/drawingml/2006/main">
              <a:ext uri="{FF2B5EF4-FFF2-40B4-BE49-F238E27FC236}">
                <a16:creationId xmlns:a16="http://schemas.microsoft.com/office/drawing/2014/main" id="{BDA75799-078B-430B-B6AB-BC31183785A3}"/>
              </a:ext>
            </a:extLst>
          </p:cNvPr>
          <p:cNvSpPr>
            <a:spLocks xmlns:a="http://schemas.openxmlformats.org/drawingml/2006/main" noGrp="1"/>
          </p:cNvSpPr>
          <p:nvPr/>
        </p:nvSpPr>
        <p:spPr>
          <a:xfrm xmlns:a="http://schemas.openxmlformats.org/drawingml/2006/main">
            <a:off x="1773936" y="3182112"/>
            <a:ext cx="932688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400"/>
            </a:defPPr>
          </a:lstStyle>
          <a:p xmlns:a="http://schemas.openxmlformats.org/drawingml/2006/main">
            <a:pPr marL="0" marR="0" lvl="0" indent="0" algn="l">
              <a:lnSpc>
                <a:spcPct val="105000"/>
              </a:lnSpc>
              <a:spcBef>
                <a:spcPts val="0"/>
              </a:spcBef>
              <a:spcAft>
                <a:spcPts val="0"/>
              </a:spcAft>
              <a:buNone/>
              <a:defRPr sz="2400"/>
            </a:pPr>
            <a:r>
              <a:rPr sz="2400" b="1" u="sng">
                <a:solidFill>
                  <a:srgbClr val="0C3850"/>
                </a:solidFill>
                <a:latin typeface="Arial"/>
                <a:ea typeface="Arial"/>
                <a:cs typeface="Arial"/>
                <a:hlinkClick xmlns:r="http://schemas.openxmlformats.org/officeDocument/2006/relationships" r:id="Rd7b6a767bcd34ec2"/>
              </a:rPr>
              <a:t>Support follow-up and improve reliability</a:t>
            </a:r>
            <a:endParaRPr/>
          </a:p>
        </p:txBody>
      </p:sp>
      <p:sp>
        <p:nvSpPr>
          <p:cNvPr id="250" name="Google Shape;250;p6">
            <a:extLst xmlns:a="http://schemas.openxmlformats.org/drawingml/2006/main">
              <a:ext uri="{FF2B5EF4-FFF2-40B4-BE49-F238E27FC236}">
                <a16:creationId xmlns:a16="http://schemas.microsoft.com/office/drawing/2014/main" id="{362CDB43-960E-4EB3-8323-15387D79522A}"/>
              </a:ext>
            </a:extLst>
          </p:cNvPr>
          <p:cNvSpPr>
            <a:spLocks xmlns:a="http://schemas.openxmlformats.org/drawingml/2006/main" noGrp="1"/>
          </p:cNvSpPr>
          <p:nvPr/>
        </p:nvSpPr>
        <p:spPr>
          <a:xfrm xmlns:a="http://schemas.openxmlformats.org/drawingml/2006/main">
            <a:off x="1773936" y="3675888"/>
            <a:ext cx="9326880" cy="3566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1875"/>
            </a:defPPr>
          </a:lstStyle>
          <a:p xmlns:a="http://schemas.openxmlformats.org/drawingml/2006/main">
            <a:pPr marL="0" marR="0" lvl="0" indent="0" algn="l">
              <a:lnSpc>
                <a:spcPct val="105000"/>
              </a:lnSpc>
              <a:spcBef>
                <a:spcPts val="0"/>
              </a:spcBef>
              <a:spcAft>
                <a:spcPts val="0"/>
              </a:spcAft>
              <a:buNone/>
              <a:defRPr sz="1875"/>
            </a:pPr>
            <a:r>
              <a:rPr sz="1875" b="0">
                <a:solidFill>
                  <a:srgbClr val="456170"/>
                </a:solidFill>
                <a:latin typeface="Arial"/>
                <a:ea typeface="Arial"/>
                <a:cs typeface="Arial"/>
              </a:rPr>
              <a:t>Follow-up and emergency alerts; better models; broader reviewed rules.</a:t>
            </a:r>
            <a:endParaRPr/>
          </a:p>
        </p:txBody>
      </p:sp>
      <p:sp>
        <p:nvSpPr>
          <p:cNvPr id="251" name="Google Shape;251;p6">
            <a:extLst xmlns:a="http://schemas.openxmlformats.org/drawingml/2006/main">
              <a:ext uri="{FF2B5EF4-FFF2-40B4-BE49-F238E27FC236}">
                <a16:creationId xmlns:a16="http://schemas.microsoft.com/office/drawing/2014/main" id="{8EBBB448-B700-4A8D-ADAA-D2926BFEFB29}"/>
              </a:ext>
            </a:extLst>
          </p:cNvPr>
          <p:cNvSpPr>
            <a:spLocks xmlns:a="http://schemas.openxmlformats.org/drawingml/2006/main" noGrp="1"/>
          </p:cNvSpPr>
          <p:nvPr/>
        </p:nvSpPr>
        <p:spPr>
          <a:xfrm xmlns:a="http://schemas.openxmlformats.org/drawingml/2006/main">
            <a:off x="658368" y="4297680"/>
            <a:ext cx="10863072" cy="1033271"/>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52" name="Google Shape;252;p6">
            <a:extLst xmlns:a="http://schemas.openxmlformats.org/drawingml/2006/main">
              <a:ext uri="{FF2B5EF4-FFF2-40B4-BE49-F238E27FC236}">
                <a16:creationId xmlns:a16="http://schemas.microsoft.com/office/drawing/2014/main" id="{A68B13A6-86AB-4849-924F-6F60F5BC0BEC}"/>
              </a:ext>
            </a:extLst>
          </p:cNvPr>
          <p:cNvSpPr>
            <a:spLocks xmlns:a="http://schemas.openxmlformats.org/drawingml/2006/main" noGrp="1"/>
          </p:cNvSpPr>
          <p:nvPr/>
        </p:nvSpPr>
        <p:spPr>
          <a:xfrm xmlns:a="http://schemas.openxmlformats.org/drawingml/2006/main">
            <a:off x="877824" y="4498848"/>
            <a:ext cx="594360" cy="539496"/>
          </a:xfrm>
          <a:prstGeom xmlns:a="http://schemas.openxmlformats.org/drawingml/2006/main" prst="roundRect">
            <a:avLst>
              <a:gd name="adj" fmla="val 12000"/>
            </a:avLst>
          </a:prstGeom>
          <a:solidFill xmlns:a="http://schemas.openxmlformats.org/drawingml/2006/main">
            <a:srgbClr val="007B80"/>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53" name="Google Shape;253;p6">
            <a:extLst xmlns:a="http://schemas.openxmlformats.org/drawingml/2006/main">
              <a:ext uri="{FF2B5EF4-FFF2-40B4-BE49-F238E27FC236}">
                <a16:creationId xmlns:a16="http://schemas.microsoft.com/office/drawing/2014/main" id="{0A8775EB-5FDE-48EA-9C38-B1B5EC3A063A}"/>
              </a:ext>
            </a:extLst>
          </p:cNvPr>
          <p:cNvSpPr>
            <a:spLocks xmlns:a="http://schemas.openxmlformats.org/drawingml/2006/main" noGrp="1"/>
          </p:cNvSpPr>
          <p:nvPr/>
        </p:nvSpPr>
        <p:spPr>
          <a:xfrm xmlns:a="http://schemas.openxmlformats.org/drawingml/2006/main">
            <a:off x="914400" y="4512564"/>
            <a:ext cx="521208" cy="512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ctr">
              <a:lnSpc>
                <a:spcPct val="105000"/>
              </a:lnSpc>
              <a:spcBef>
                <a:spcPts val="0"/>
              </a:spcBef>
              <a:spcAft>
                <a:spcPts val="0"/>
              </a:spcAft>
              <a:buNone/>
            </a:pPr>
            <a:r>
              <a:rPr sz="2600" b="1">
                <a:solidFill>
                  <a:srgbClr val="FFFFFF"/>
                </a:solidFill>
                <a:latin typeface="Arial"/>
                <a:ea typeface="Arial"/>
                <a:cs typeface="Arial"/>
              </a:rPr>
              <a:t>3</a:t>
            </a:r>
            <a:endParaRPr/>
          </a:p>
        </p:txBody>
      </p:sp>
      <p:sp>
        <p:nvSpPr>
          <p:cNvPr id="254" name="Google Shape;254;p6">
            <a:extLst xmlns:a="http://schemas.openxmlformats.org/drawingml/2006/main">
              <a:ext uri="{FF2B5EF4-FFF2-40B4-BE49-F238E27FC236}">
                <a16:creationId xmlns:a16="http://schemas.microsoft.com/office/drawing/2014/main" id="{CCDEFD28-9C7D-46BB-A73E-859F2FDD3596}"/>
              </a:ext>
            </a:extLst>
          </p:cNvPr>
          <p:cNvSpPr>
            <a:spLocks xmlns:a="http://schemas.openxmlformats.org/drawingml/2006/main" noGrp="1"/>
          </p:cNvSpPr>
          <p:nvPr/>
        </p:nvSpPr>
        <p:spPr>
          <a:xfrm xmlns:a="http://schemas.openxmlformats.org/drawingml/2006/main">
            <a:off x="1773936" y="4398264"/>
            <a:ext cx="932688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400"/>
            </a:defPPr>
          </a:lstStyle>
          <a:p xmlns:a="http://schemas.openxmlformats.org/drawingml/2006/main">
            <a:pPr marL="0" marR="0" lvl="0" indent="0" algn="l">
              <a:lnSpc>
                <a:spcPct val="105000"/>
              </a:lnSpc>
              <a:spcBef>
                <a:spcPts val="0"/>
              </a:spcBef>
              <a:spcAft>
                <a:spcPts val="0"/>
              </a:spcAft>
              <a:buNone/>
              <a:defRPr sz="2400"/>
            </a:pPr>
            <a:r>
              <a:rPr sz="2400" b="1" u="sng">
                <a:solidFill>
                  <a:srgbClr val="0C3850"/>
                </a:solidFill>
                <a:latin typeface="Arial"/>
                <a:ea typeface="Arial"/>
                <a:cs typeface="Arial"/>
                <a:hlinkClick xmlns:r="http://schemas.openxmlformats.org/officeDocument/2006/relationships" r:id="R6f9e603db8ab494e"/>
              </a:rPr>
              <a:t>Prepare for limited connectivity</a:t>
            </a:r>
            <a:endParaRPr/>
          </a:p>
        </p:txBody>
      </p:sp>
      <p:sp>
        <p:nvSpPr>
          <p:cNvPr id="255" name="Google Shape;255;p6">
            <a:extLst xmlns:a="http://schemas.openxmlformats.org/drawingml/2006/main">
              <a:ext uri="{FF2B5EF4-FFF2-40B4-BE49-F238E27FC236}">
                <a16:creationId xmlns:a16="http://schemas.microsoft.com/office/drawing/2014/main" id="{4A3327B5-3FCE-4456-9C92-BF6810D5FD0A}"/>
              </a:ext>
            </a:extLst>
          </p:cNvPr>
          <p:cNvSpPr>
            <a:spLocks xmlns:a="http://schemas.openxmlformats.org/drawingml/2006/main" noGrp="1"/>
          </p:cNvSpPr>
          <p:nvPr/>
        </p:nvSpPr>
        <p:spPr>
          <a:xfrm xmlns:a="http://schemas.openxmlformats.org/drawingml/2006/main">
            <a:off x="1773936" y="4892040"/>
            <a:ext cx="9326880" cy="3566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1875"/>
            </a:defPPr>
          </a:lstStyle>
          <a:p xmlns:a="http://schemas.openxmlformats.org/drawingml/2006/main">
            <a:pPr marL="0" marR="0" lvl="0" indent="0" algn="l">
              <a:lnSpc>
                <a:spcPct val="105000"/>
              </a:lnSpc>
              <a:spcBef>
                <a:spcPts val="0"/>
              </a:spcBef>
              <a:spcAft>
                <a:spcPts val="0"/>
              </a:spcAft>
              <a:buNone/>
              <a:defRPr sz="1875"/>
            </a:pPr>
            <a:r>
              <a:rPr sz="1875" b="0">
                <a:solidFill>
                  <a:srgbClr val="456170"/>
                </a:solidFill>
                <a:latin typeface="Arial"/>
                <a:ea typeface="Arial"/>
                <a:cs typeface="Arial"/>
              </a:rPr>
              <a:t>Local inference and local-network operation, with battery or backup power.</a:t>
            </a:r>
            <a:endParaRPr/>
          </a:p>
        </p:txBody>
      </p:sp>
      <p:sp>
        <p:nvSpPr>
          <p:cNvPr id="256" name="Google Shape;256;p6">
            <a:extLst xmlns:a="http://schemas.openxmlformats.org/drawingml/2006/main">
              <a:ext uri="{FF2B5EF4-FFF2-40B4-BE49-F238E27FC236}">
                <a16:creationId xmlns:a16="http://schemas.microsoft.com/office/drawing/2014/main" id="{1D5ABC18-0B98-4E27-8616-9EE657208597}"/>
              </a:ext>
            </a:extLst>
          </p:cNvPr>
          <p:cNvSpPr>
            <a:spLocks xmlns:a="http://schemas.openxmlformats.org/drawingml/2006/main" noGrp="1"/>
          </p:cNvSpPr>
          <p:nvPr/>
        </p:nvSpPr>
        <p:spPr>
          <a:xfrm xmlns:a="http://schemas.openxmlformats.org/drawingml/2006/main">
            <a:off x="704088" y="5852160"/>
            <a:ext cx="10780776" cy="3749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100"/>
            </a:defPPr>
          </a:lstStyle>
          <a:p xmlns:a="http://schemas.openxmlformats.org/drawingml/2006/main">
            <a:pPr marL="0" marR="0" lvl="0" indent="0" algn="ctr">
              <a:lnSpc>
                <a:spcPct val="105000"/>
              </a:lnSpc>
              <a:spcBef>
                <a:spcPts val="0"/>
              </a:spcBef>
              <a:spcAft>
                <a:spcPts val="0"/>
              </a:spcAft>
              <a:buNone/>
              <a:defRPr sz="2100"/>
            </a:pPr>
            <a:r>
              <a:rPr sz="2100" b="1">
                <a:solidFill>
                  <a:srgbClr val="0C3850"/>
                </a:solidFill>
                <a:latin typeface="Arial"/>
                <a:ea typeface="Arial"/>
                <a:cs typeface="Arial"/>
              </a:rPr>
              <a:t>Planned features. Clinical evaluation is required before patient use.</a:t>
            </a:r>
            <a:endParaRPr/>
          </a:p>
        </p:txBody>
      </p:sp>
    </p:spTree>
    <p:extLst>
      <p:ext uri="{BB962C8B-B14F-4D97-AF65-F5344CB8AC3E}">
        <p14:creationId xmlns:p14="http://schemas.microsoft.com/office/powerpoint/2010/main" val="85585701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36" name="Google Shape;236;p6">
            <a:extLst xmlns:a="http://schemas.openxmlformats.org/drawingml/2006/main">
              <a:ext uri="{FF2B5EF4-FFF2-40B4-BE49-F238E27FC236}">
                <a16:creationId xmlns:a16="http://schemas.microsoft.com/office/drawing/2014/main" id="{6C0593A6-58D8-4CAB-844F-07637AE78E6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ad3680b502c4bb4">
            <a:alphaModFix/>
          </a:blip>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237" name="Google Shape;237;p6">
            <a:extLst xmlns:a="http://schemas.openxmlformats.org/drawingml/2006/main">
              <a:ext uri="{FF2B5EF4-FFF2-40B4-BE49-F238E27FC236}">
                <a16:creationId xmlns:a16="http://schemas.microsoft.com/office/drawing/2014/main" id="{B8579472-5C96-474C-A536-49568E159014}"/>
              </a:ext>
            </a:extLst>
          </p:cNvPr>
          <p:cNvSpPr>
            <a:spLocks xmlns:a="http://schemas.openxmlformats.org/drawingml/2006/main" noGrp="1"/>
          </p:cNvSpPr>
          <p:nvPr/>
        </p:nvSpPr>
        <p:spPr>
          <a:xfrm xmlns:a="http://schemas.openxmlformats.org/drawingml/2006/main">
            <a:off x="603504" y="402336"/>
            <a:ext cx="64008" cy="256032"/>
          </a:xfrm>
          <a:prstGeom xmlns:a="http://schemas.openxmlformats.org/drawingml/2006/main" prst="rect">
            <a:avLst/>
          </a:prstGeom>
          <a:solidFill xmlns:a="http://schemas.openxmlformats.org/drawingml/2006/main">
            <a:srgbClr val="EF7138"/>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38" name="Google Shape;238;p6">
            <a:extLst xmlns:a="http://schemas.openxmlformats.org/drawingml/2006/main">
              <a:ext uri="{FF2B5EF4-FFF2-40B4-BE49-F238E27FC236}">
                <a16:creationId xmlns:a16="http://schemas.microsoft.com/office/drawing/2014/main" id="{B02DB591-DE3F-4C5A-9324-79E057F835BF}"/>
              </a:ext>
            </a:extLst>
          </p:cNvPr>
          <p:cNvSpPr>
            <a:spLocks xmlns:a="http://schemas.openxmlformats.org/drawingml/2006/main" noGrp="1"/>
          </p:cNvSpPr>
          <p:nvPr/>
        </p:nvSpPr>
        <p:spPr>
          <a:xfrm xmlns:a="http://schemas.openxmlformats.org/drawingml/2006/main">
            <a:off x="795528" y="320040"/>
            <a:ext cx="9052560"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1">
                <a:solidFill>
                  <a:srgbClr val="007B80"/>
                </a:solidFill>
                <a:latin typeface="Arial"/>
                <a:ea typeface="Arial"/>
                <a:cs typeface="Arial"/>
              </a:rPr>
              <a:t>ACKNOWLEDGEMENTS</a:t>
            </a:r>
            <a:endParaRPr/>
          </a:p>
        </p:txBody>
      </p:sp>
      <p:sp>
        <p:nvSpPr>
          <p:cNvPr id="239" name="Google Shape;239;p6">
            <a:extLst xmlns:a="http://schemas.openxmlformats.org/drawingml/2006/main">
              <a:ext uri="{FF2B5EF4-FFF2-40B4-BE49-F238E27FC236}">
                <a16:creationId xmlns:a16="http://schemas.microsoft.com/office/drawing/2014/main" id="{3BFC0446-C45D-41DE-88A0-6DAA31C98844}"/>
              </a:ext>
            </a:extLst>
          </p:cNvPr>
          <p:cNvSpPr>
            <a:spLocks xmlns:a="http://schemas.openxmlformats.org/drawingml/2006/main" noGrp="1"/>
          </p:cNvSpPr>
          <p:nvPr/>
        </p:nvSpPr>
        <p:spPr>
          <a:xfrm xmlns:a="http://schemas.openxmlformats.org/drawingml/2006/main">
            <a:off x="603504" y="886968"/>
            <a:ext cx="9235440" cy="6126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3225"/>
            </a:defPPr>
          </a:lstStyle>
          <a:p xmlns:a="http://schemas.openxmlformats.org/drawingml/2006/main">
            <a:pPr marL="0" marR="0" lvl="0" indent="0" algn="l">
              <a:lnSpc>
                <a:spcPct val="105000"/>
              </a:lnSpc>
              <a:spcBef>
                <a:spcPts val="0"/>
              </a:spcBef>
              <a:spcAft>
                <a:spcPts val="0"/>
              </a:spcAft>
              <a:buNone/>
              <a:defRPr sz="3225"/>
            </a:pPr>
            <a:r>
              <a:rPr sz="3225" b="1">
                <a:solidFill>
                  <a:srgbClr val="0C3850"/>
                </a:solidFill>
                <a:latin typeface="Arial"/>
                <a:ea typeface="Arial"/>
                <a:cs typeface="Arial"/>
              </a:rPr>
              <a:t>What we used and adapted.</a:t>
            </a:r>
            <a:endParaRPr/>
          </a:p>
        </p:txBody>
      </p:sp>
      <p:sp>
        <p:nvSpPr>
          <p:cNvPr id="240" name="Google Shape;240;p6">
            <a:extLst xmlns:a="http://schemas.openxmlformats.org/drawingml/2006/main">
              <a:ext uri="{FF2B5EF4-FFF2-40B4-BE49-F238E27FC236}">
                <a16:creationId xmlns:a16="http://schemas.microsoft.com/office/drawing/2014/main" id="{2BCC681F-0651-4867-ADB7-F9835AECF5F2}"/>
              </a:ext>
            </a:extLst>
          </p:cNvPr>
          <p:cNvSpPr>
            <a:spLocks xmlns:a="http://schemas.openxmlformats.org/drawingml/2006/main" noGrp="1"/>
          </p:cNvSpPr>
          <p:nvPr/>
        </p:nvSpPr>
        <p:spPr>
          <a:xfrm xmlns:a="http://schemas.openxmlformats.org/drawingml/2006/main">
            <a:off x="603504" y="6364224"/>
            <a:ext cx="16459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025"/>
            </a:defPPr>
          </a:lstStyle>
          <a:p xmlns:a="http://schemas.openxmlformats.org/drawingml/2006/main">
            <a:pPr marL="0" marR="0" lvl="0" indent="0" algn="l">
              <a:lnSpc>
                <a:spcPct val="105000"/>
              </a:lnSpc>
              <a:spcBef>
                <a:spcPts val="0"/>
              </a:spcBef>
              <a:spcAft>
                <a:spcPts val="0"/>
              </a:spcAft>
              <a:buNone/>
              <a:defRPr sz="2025"/>
            </a:pPr>
            <a:r>
              <a:rPr sz="2025" b="0">
                <a:solidFill>
                  <a:srgbClr val="456170"/>
                </a:solidFill>
                <a:latin typeface="Arial"/>
                <a:ea typeface="Arial"/>
                <a:cs typeface="Arial"/>
              </a:rPr>
              <a:t>10 / 10</a:t>
            </a:r>
            <a:endParaRPr/>
          </a:p>
        </p:txBody>
      </p:sp>
      <p:sp>
        <p:nvSpPr>
          <p:cNvPr id="241" name="Google Shape;241;p6">
            <a:extLst xmlns:a="http://schemas.openxmlformats.org/drawingml/2006/main">
              <a:ext uri="{FF2B5EF4-FFF2-40B4-BE49-F238E27FC236}">
                <a16:creationId xmlns:a16="http://schemas.microsoft.com/office/drawing/2014/main" id="{B1FEF41E-5EFC-4FE6-AFA3-64F84A02BAC0}"/>
              </a:ext>
            </a:extLst>
          </p:cNvPr>
          <p:cNvSpPr>
            <a:spLocks xmlns:a="http://schemas.openxmlformats.org/drawingml/2006/main" noGrp="1"/>
          </p:cNvSpPr>
          <p:nvPr/>
        </p:nvSpPr>
        <p:spPr>
          <a:xfrm xmlns:a="http://schemas.openxmlformats.org/drawingml/2006/main">
            <a:off x="658368" y="1865376"/>
            <a:ext cx="10863072" cy="1033271"/>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42" name="Google Shape;242;p6">
            <a:extLst xmlns:a="http://schemas.openxmlformats.org/drawingml/2006/main">
              <a:ext uri="{FF2B5EF4-FFF2-40B4-BE49-F238E27FC236}">
                <a16:creationId xmlns:a16="http://schemas.microsoft.com/office/drawing/2014/main" id="{2AACC67A-5A37-424C-8A18-5903C2E4801D}"/>
              </a:ext>
            </a:extLst>
          </p:cNvPr>
          <p:cNvSpPr>
            <a:spLocks xmlns:a="http://schemas.openxmlformats.org/drawingml/2006/main" noGrp="1"/>
          </p:cNvSpPr>
          <p:nvPr/>
        </p:nvSpPr>
        <p:spPr>
          <a:xfrm xmlns:a="http://schemas.openxmlformats.org/drawingml/2006/main">
            <a:off x="877824" y="2066544"/>
            <a:ext cx="594360" cy="539496"/>
          </a:xfrm>
          <a:prstGeom xmlns:a="http://schemas.openxmlformats.org/drawingml/2006/main" prst="roundRect">
            <a:avLst>
              <a:gd name="adj" fmla="val 12000"/>
            </a:avLst>
          </a:prstGeom>
          <a:solidFill xmlns:a="http://schemas.openxmlformats.org/drawingml/2006/main">
            <a:srgbClr val="007B80"/>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43" name="Google Shape;243;p6">
            <a:extLst xmlns:a="http://schemas.openxmlformats.org/drawingml/2006/main">
              <a:ext uri="{FF2B5EF4-FFF2-40B4-BE49-F238E27FC236}">
                <a16:creationId xmlns:a16="http://schemas.microsoft.com/office/drawing/2014/main" id="{90C9880E-F237-4858-81E0-B60FADCE2220}"/>
              </a:ext>
            </a:extLst>
          </p:cNvPr>
          <p:cNvSpPr>
            <a:spLocks xmlns:a="http://schemas.openxmlformats.org/drawingml/2006/main" noGrp="1"/>
          </p:cNvSpPr>
          <p:nvPr/>
        </p:nvSpPr>
        <p:spPr>
          <a:xfrm xmlns:a="http://schemas.openxmlformats.org/drawingml/2006/main">
            <a:off x="914400" y="2080260"/>
            <a:ext cx="521208" cy="512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ctr">
              <a:lnSpc>
                <a:spcPct val="105000"/>
              </a:lnSpc>
              <a:spcBef>
                <a:spcPts val="0"/>
              </a:spcBef>
              <a:spcAft>
                <a:spcPts val="0"/>
              </a:spcAft>
              <a:buNone/>
            </a:pPr>
            <a:r>
              <a:rPr sz="2600" b="1">
                <a:solidFill>
                  <a:srgbClr val="FFFFFF"/>
                </a:solidFill>
                <a:latin typeface="Arial"/>
                <a:ea typeface="Arial"/>
                <a:cs typeface="Arial"/>
              </a:rPr>
              <a:t>1</a:t>
            </a:r>
            <a:endParaRPr/>
          </a:p>
        </p:txBody>
      </p:sp>
      <p:sp>
        <p:nvSpPr>
          <p:cNvPr id="244" name="Google Shape;244;p6">
            <a:extLst xmlns:a="http://schemas.openxmlformats.org/drawingml/2006/main">
              <a:ext uri="{FF2B5EF4-FFF2-40B4-BE49-F238E27FC236}">
                <a16:creationId xmlns:a16="http://schemas.microsoft.com/office/drawing/2014/main" id="{EBDEFE61-4CD8-41CD-9A5C-01EF59FAF231}"/>
              </a:ext>
            </a:extLst>
          </p:cNvPr>
          <p:cNvSpPr>
            <a:spLocks xmlns:a="http://schemas.openxmlformats.org/drawingml/2006/main" noGrp="1"/>
          </p:cNvSpPr>
          <p:nvPr/>
        </p:nvSpPr>
        <p:spPr>
          <a:xfrm xmlns:a="http://schemas.openxmlformats.org/drawingml/2006/main">
            <a:off x="1773936" y="1965960"/>
            <a:ext cx="932688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400"/>
            </a:defPPr>
          </a:lstStyle>
          <a:p xmlns:a="http://schemas.openxmlformats.org/drawingml/2006/main">
            <a:pPr marL="0" marR="0" lvl="0" indent="0" algn="l">
              <a:lnSpc>
                <a:spcPct val="105000"/>
              </a:lnSpc>
              <a:spcBef>
                <a:spcPts val="0"/>
              </a:spcBef>
              <a:spcAft>
                <a:spcPts val="0"/>
              </a:spcAft>
              <a:buNone/>
              <a:defRPr sz="2400"/>
            </a:pPr>
            <a:r>
              <a:rPr sz="2400" b="1">
                <a:solidFill>
                  <a:srgbClr val="0C3850"/>
                </a:solidFill>
                <a:latin typeface="Arial"/>
                <a:ea typeface="Arial"/>
                <a:cs typeface="Arial"/>
              </a:rPr>
              <a:t>Problem, template and clinical references</a:t>
            </a:r>
            <a:endParaRPr/>
          </a:p>
        </p:txBody>
      </p:sp>
      <p:sp>
        <p:nvSpPr>
          <p:cNvPr id="245" name="Google Shape;245;p6">
            <a:extLst xmlns:a="http://schemas.openxmlformats.org/drawingml/2006/main">
              <a:ext uri="{FF2B5EF4-FFF2-40B4-BE49-F238E27FC236}">
                <a16:creationId xmlns:a16="http://schemas.microsoft.com/office/drawing/2014/main" id="{41F2FAB2-4592-405B-92B9-BE85FAFE3433}"/>
              </a:ext>
            </a:extLst>
          </p:cNvPr>
          <p:cNvSpPr>
            <a:spLocks xmlns:a="http://schemas.openxmlformats.org/drawingml/2006/main" noGrp="1"/>
          </p:cNvSpPr>
          <p:nvPr/>
        </p:nvSpPr>
        <p:spPr>
          <a:xfrm xmlns:a="http://schemas.openxmlformats.org/drawingml/2006/main">
            <a:off x="1773936" y="2459736"/>
            <a:ext cx="9326880" cy="3566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1875"/>
            </a:defPPr>
          </a:lstStyle>
          <a:p xmlns:a="http://schemas.openxmlformats.org/drawingml/2006/main">
            <a:pPr marL="0" marR="0" lvl="0" indent="0" algn="l">
              <a:lnSpc>
                <a:spcPct val="105000"/>
              </a:lnSpc>
              <a:spcBef>
                <a:spcPts val="0"/>
              </a:spcBef>
              <a:spcAft>
                <a:spcPts val="0"/>
              </a:spcAft>
              <a:buNone/>
              <a:defRPr sz="1875"/>
            </a:pPr>
            <a:r>
              <a:rPr sz="1875" b="0">
                <a:solidFill>
                  <a:srgbClr val="456170"/>
                </a:solidFill>
                <a:latin typeface="Arial"/>
                <a:ea typeface="Arial"/>
                <a:cs typeface="Arial"/>
              </a:rPr>
              <a:t>Aayu T05 + template; team handoff/matrix; WHO IITT and AI governance.</a:t>
            </a:r>
            <a:endParaRPr/>
          </a:p>
        </p:txBody>
      </p:sp>
      <p:sp>
        <p:nvSpPr>
          <p:cNvPr id="246" name="Google Shape;246;p6">
            <a:extLst xmlns:a="http://schemas.openxmlformats.org/drawingml/2006/main">
              <a:ext uri="{FF2B5EF4-FFF2-40B4-BE49-F238E27FC236}">
                <a16:creationId xmlns:a16="http://schemas.microsoft.com/office/drawing/2014/main" id="{37FF122D-28F0-4C17-BACF-6F41FCD1070F}"/>
              </a:ext>
            </a:extLst>
          </p:cNvPr>
          <p:cNvSpPr>
            <a:spLocks xmlns:a="http://schemas.openxmlformats.org/drawingml/2006/main" noGrp="1"/>
          </p:cNvSpPr>
          <p:nvPr/>
        </p:nvSpPr>
        <p:spPr>
          <a:xfrm xmlns:a="http://schemas.openxmlformats.org/drawingml/2006/main">
            <a:off x="658368" y="3081528"/>
            <a:ext cx="10863072" cy="1033271"/>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47" name="Google Shape;247;p6">
            <a:extLst xmlns:a="http://schemas.openxmlformats.org/drawingml/2006/main">
              <a:ext uri="{FF2B5EF4-FFF2-40B4-BE49-F238E27FC236}">
                <a16:creationId xmlns:a16="http://schemas.microsoft.com/office/drawing/2014/main" id="{F85B6ED7-567C-4728-9AF5-E4BF6BB1B448}"/>
              </a:ext>
            </a:extLst>
          </p:cNvPr>
          <p:cNvSpPr>
            <a:spLocks xmlns:a="http://schemas.openxmlformats.org/drawingml/2006/main" noGrp="1"/>
          </p:cNvSpPr>
          <p:nvPr/>
        </p:nvSpPr>
        <p:spPr>
          <a:xfrm xmlns:a="http://schemas.openxmlformats.org/drawingml/2006/main">
            <a:off x="877824" y="3282696"/>
            <a:ext cx="594360" cy="539496"/>
          </a:xfrm>
          <a:prstGeom xmlns:a="http://schemas.openxmlformats.org/drawingml/2006/main" prst="roundRect">
            <a:avLst>
              <a:gd name="adj" fmla="val 12000"/>
            </a:avLst>
          </a:prstGeom>
          <a:solidFill xmlns:a="http://schemas.openxmlformats.org/drawingml/2006/main">
            <a:srgbClr val="007B80"/>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48" name="Google Shape;248;p6">
            <a:extLst xmlns:a="http://schemas.openxmlformats.org/drawingml/2006/main">
              <a:ext uri="{FF2B5EF4-FFF2-40B4-BE49-F238E27FC236}">
                <a16:creationId xmlns:a16="http://schemas.microsoft.com/office/drawing/2014/main" id="{083F9736-F2BC-465A-88D1-3313B30D662D}"/>
              </a:ext>
            </a:extLst>
          </p:cNvPr>
          <p:cNvSpPr>
            <a:spLocks xmlns:a="http://schemas.openxmlformats.org/drawingml/2006/main" noGrp="1"/>
          </p:cNvSpPr>
          <p:nvPr/>
        </p:nvSpPr>
        <p:spPr>
          <a:xfrm xmlns:a="http://schemas.openxmlformats.org/drawingml/2006/main">
            <a:off x="914400" y="3296412"/>
            <a:ext cx="521208" cy="512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ctr">
              <a:lnSpc>
                <a:spcPct val="105000"/>
              </a:lnSpc>
              <a:spcBef>
                <a:spcPts val="0"/>
              </a:spcBef>
              <a:spcAft>
                <a:spcPts val="0"/>
              </a:spcAft>
              <a:buNone/>
            </a:pPr>
            <a:r>
              <a:rPr sz="2600" b="1">
                <a:solidFill>
                  <a:srgbClr val="FFFFFF"/>
                </a:solidFill>
                <a:latin typeface="Arial"/>
                <a:ea typeface="Arial"/>
                <a:cs typeface="Arial"/>
              </a:rPr>
              <a:t>2</a:t>
            </a:r>
            <a:endParaRPr/>
          </a:p>
        </p:txBody>
      </p:sp>
      <p:sp>
        <p:nvSpPr>
          <p:cNvPr id="249" name="Google Shape;249;p6">
            <a:extLst xmlns:a="http://schemas.openxmlformats.org/drawingml/2006/main">
              <a:ext uri="{FF2B5EF4-FFF2-40B4-BE49-F238E27FC236}">
                <a16:creationId xmlns:a16="http://schemas.microsoft.com/office/drawing/2014/main" id="{BDA75799-078B-430B-B6AB-BC31183785A3}"/>
              </a:ext>
            </a:extLst>
          </p:cNvPr>
          <p:cNvSpPr>
            <a:spLocks xmlns:a="http://schemas.openxmlformats.org/drawingml/2006/main" noGrp="1"/>
          </p:cNvSpPr>
          <p:nvPr/>
        </p:nvSpPr>
        <p:spPr>
          <a:xfrm xmlns:a="http://schemas.openxmlformats.org/drawingml/2006/main">
            <a:off x="1773936" y="3182112"/>
            <a:ext cx="932688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400"/>
            </a:defPPr>
          </a:lstStyle>
          <a:p xmlns:a="http://schemas.openxmlformats.org/drawingml/2006/main">
            <a:pPr marL="0" marR="0" lvl="0" indent="0" algn="l">
              <a:lnSpc>
                <a:spcPct val="105000"/>
              </a:lnSpc>
              <a:spcBef>
                <a:spcPts val="0"/>
              </a:spcBef>
              <a:spcAft>
                <a:spcPts val="0"/>
              </a:spcAft>
              <a:buNone/>
              <a:defRPr sz="2400"/>
            </a:pPr>
            <a:r>
              <a:rPr sz="2400" b="1" u="sng">
                <a:solidFill>
                  <a:srgbClr val="0C3850"/>
                </a:solidFill>
                <a:latin typeface="Arial"/>
                <a:ea typeface="Arial"/>
                <a:cs typeface="Arial"/>
                <a:hlinkClick xmlns:r="http://schemas.openxmlformats.org/officeDocument/2006/relationships" r:id="R9cca0aa054fb4f46"/>
              </a:rPr>
              <a:t>AI assistance and existing models</a:t>
            </a:r>
            <a:endParaRPr/>
          </a:p>
        </p:txBody>
      </p:sp>
      <p:sp>
        <p:nvSpPr>
          <p:cNvPr id="250" name="Google Shape;250;p6">
            <a:extLst xmlns:a="http://schemas.openxmlformats.org/drawingml/2006/main">
              <a:ext uri="{FF2B5EF4-FFF2-40B4-BE49-F238E27FC236}">
                <a16:creationId xmlns:a16="http://schemas.microsoft.com/office/drawing/2014/main" id="{362CDB43-960E-4EB3-8323-15387D79522A}"/>
              </a:ext>
            </a:extLst>
          </p:cNvPr>
          <p:cNvSpPr>
            <a:spLocks xmlns:a="http://schemas.openxmlformats.org/drawingml/2006/main" noGrp="1"/>
          </p:cNvSpPr>
          <p:nvPr/>
        </p:nvSpPr>
        <p:spPr>
          <a:xfrm xmlns:a="http://schemas.openxmlformats.org/drawingml/2006/main">
            <a:off x="1773936" y="3675888"/>
            <a:ext cx="9326880" cy="3566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1875"/>
            </a:defPPr>
          </a:lstStyle>
          <a:p xmlns:a="http://schemas.openxmlformats.org/drawingml/2006/main">
            <a:pPr marL="0" marR="0" lvl="0" indent="0" algn="l">
              <a:lnSpc>
                <a:spcPct val="105000"/>
              </a:lnSpc>
              <a:spcBef>
                <a:spcPts val="0"/>
              </a:spcBef>
              <a:spcAft>
                <a:spcPts val="0"/>
              </a:spcAft>
              <a:buNone/>
              <a:defRPr sz="1875"/>
            </a:pPr>
            <a:r>
              <a:rPr sz="1875" b="0">
                <a:solidFill>
                  <a:srgbClr val="456170"/>
                </a:solidFill>
                <a:latin typeface="Arial"/>
                <a:ea typeface="Arial"/>
                <a:cs typeface="Arial"/>
              </a:rPr>
              <a:t>Codex/ChatGPT-assisted build; Groq + OpenAI GPT-OSS 120B + SDK.</a:t>
            </a:r>
            <a:endParaRPr/>
          </a:p>
        </p:txBody>
      </p:sp>
      <p:sp>
        <p:nvSpPr>
          <p:cNvPr id="251" name="Google Shape;251;p6">
            <a:extLst xmlns:a="http://schemas.openxmlformats.org/drawingml/2006/main">
              <a:ext uri="{FF2B5EF4-FFF2-40B4-BE49-F238E27FC236}">
                <a16:creationId xmlns:a16="http://schemas.microsoft.com/office/drawing/2014/main" id="{8EBBB448-B700-4A8D-ADAA-D2926BFEFB29}"/>
              </a:ext>
            </a:extLst>
          </p:cNvPr>
          <p:cNvSpPr>
            <a:spLocks xmlns:a="http://schemas.openxmlformats.org/drawingml/2006/main" noGrp="1"/>
          </p:cNvSpPr>
          <p:nvPr/>
        </p:nvSpPr>
        <p:spPr>
          <a:xfrm xmlns:a="http://schemas.openxmlformats.org/drawingml/2006/main">
            <a:off x="658368" y="4297680"/>
            <a:ext cx="10863072" cy="1033271"/>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cap="flat" cmpd="sng">
            <a:solidFill>
              <a:srgbClr val="BDD7E2"/>
            </a:solidFill>
            <a:prstDash val="solid"/>
            <a:miter/>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52" name="Google Shape;252;p6">
            <a:extLst xmlns:a="http://schemas.openxmlformats.org/drawingml/2006/main">
              <a:ext uri="{FF2B5EF4-FFF2-40B4-BE49-F238E27FC236}">
                <a16:creationId xmlns:a16="http://schemas.microsoft.com/office/drawing/2014/main" id="{A68B13A6-86AB-4849-924F-6F60F5BC0BEC}"/>
              </a:ext>
            </a:extLst>
          </p:cNvPr>
          <p:cNvSpPr>
            <a:spLocks xmlns:a="http://schemas.openxmlformats.org/drawingml/2006/main" noGrp="1"/>
          </p:cNvSpPr>
          <p:nvPr/>
        </p:nvSpPr>
        <p:spPr>
          <a:xfrm xmlns:a="http://schemas.openxmlformats.org/drawingml/2006/main">
            <a:off x="877824" y="4498848"/>
            <a:ext cx="594360" cy="539496"/>
          </a:xfrm>
          <a:prstGeom xmlns:a="http://schemas.openxmlformats.org/drawingml/2006/main" prst="roundRect">
            <a:avLst>
              <a:gd name="adj" fmla="val 12000"/>
            </a:avLst>
          </a:prstGeom>
          <a:solidFill xmlns:a="http://schemas.openxmlformats.org/drawingml/2006/main">
            <a:srgbClr val="007B80"/>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a:solidFill>
                <a:schemeClr val="lt1"/>
              </a:solidFill>
              <a:latin typeface="Arial"/>
              <a:ea typeface="Arial"/>
              <a:cs typeface="Arial"/>
            </a:endParaRPr>
          </a:p>
        </p:txBody>
      </p:sp>
      <p:sp>
        <p:nvSpPr>
          <p:cNvPr id="253" name="Google Shape;253;p6">
            <a:extLst xmlns:a="http://schemas.openxmlformats.org/drawingml/2006/main">
              <a:ext uri="{FF2B5EF4-FFF2-40B4-BE49-F238E27FC236}">
                <a16:creationId xmlns:a16="http://schemas.microsoft.com/office/drawing/2014/main" id="{0A8775EB-5FDE-48EA-9C38-B1B5EC3A063A}"/>
              </a:ext>
            </a:extLst>
          </p:cNvPr>
          <p:cNvSpPr>
            <a:spLocks xmlns:a="http://schemas.openxmlformats.org/drawingml/2006/main" noGrp="1"/>
          </p:cNvSpPr>
          <p:nvPr/>
        </p:nvSpPr>
        <p:spPr>
          <a:xfrm xmlns:a="http://schemas.openxmlformats.org/drawingml/2006/main">
            <a:off x="914400" y="4512564"/>
            <a:ext cx="521208" cy="512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p xmlns:a="http://schemas.openxmlformats.org/drawingml/2006/main">
            <a:pPr marL="0" marR="0" lvl="0" indent="0" algn="ctr">
              <a:lnSpc>
                <a:spcPct val="105000"/>
              </a:lnSpc>
              <a:spcBef>
                <a:spcPts val="0"/>
              </a:spcBef>
              <a:spcAft>
                <a:spcPts val="0"/>
              </a:spcAft>
              <a:buNone/>
            </a:pPr>
            <a:r>
              <a:rPr sz="2600" b="1">
                <a:solidFill>
                  <a:srgbClr val="FFFFFF"/>
                </a:solidFill>
                <a:latin typeface="Arial"/>
                <a:ea typeface="Arial"/>
                <a:cs typeface="Arial"/>
              </a:rPr>
              <a:t>3</a:t>
            </a:r>
            <a:endParaRPr/>
          </a:p>
        </p:txBody>
      </p:sp>
      <p:sp>
        <p:nvSpPr>
          <p:cNvPr id="254" name="Google Shape;254;p6">
            <a:extLst xmlns:a="http://schemas.openxmlformats.org/drawingml/2006/main">
              <a:ext uri="{FF2B5EF4-FFF2-40B4-BE49-F238E27FC236}">
                <a16:creationId xmlns:a16="http://schemas.microsoft.com/office/drawing/2014/main" id="{CCDEFD28-9C7D-46BB-A73E-859F2FDD3596}"/>
              </a:ext>
            </a:extLst>
          </p:cNvPr>
          <p:cNvSpPr>
            <a:spLocks xmlns:a="http://schemas.openxmlformats.org/drawingml/2006/main" noGrp="1"/>
          </p:cNvSpPr>
          <p:nvPr/>
        </p:nvSpPr>
        <p:spPr>
          <a:xfrm xmlns:a="http://schemas.openxmlformats.org/drawingml/2006/main">
            <a:off x="1773936" y="4398264"/>
            <a:ext cx="932688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400"/>
            </a:defPPr>
          </a:lstStyle>
          <a:p xmlns:a="http://schemas.openxmlformats.org/drawingml/2006/main">
            <a:pPr marL="0" marR="0" lvl="0" indent="0" algn="l">
              <a:lnSpc>
                <a:spcPct val="105000"/>
              </a:lnSpc>
              <a:spcBef>
                <a:spcPts val="0"/>
              </a:spcBef>
              <a:spcAft>
                <a:spcPts val="0"/>
              </a:spcAft>
              <a:buNone/>
              <a:defRPr sz="2400"/>
            </a:pPr>
            <a:r>
              <a:rPr sz="2400" b="1" u="sng">
                <a:solidFill>
                  <a:srgbClr val="0C3850"/>
                </a:solidFill>
                <a:latin typeface="Arial"/>
                <a:ea typeface="Arial"/>
                <a:cs typeface="Arial"/>
                <a:hlinkClick xmlns:r="http://schemas.openxmlformats.org/officeDocument/2006/relationships" r:id="R48d2459ea6704066"/>
              </a:rPr>
              <a:t>Software, voice and visual assets</a:t>
            </a:r>
            <a:endParaRPr/>
          </a:p>
        </p:txBody>
      </p:sp>
      <p:sp>
        <p:nvSpPr>
          <p:cNvPr id="255" name="Google Shape;255;p6">
            <a:extLst xmlns:a="http://schemas.openxmlformats.org/drawingml/2006/main">
              <a:ext uri="{FF2B5EF4-FFF2-40B4-BE49-F238E27FC236}">
                <a16:creationId xmlns:a16="http://schemas.microsoft.com/office/drawing/2014/main" id="{4A3327B5-3FCE-4456-9C92-BF6810D5FD0A}"/>
              </a:ext>
            </a:extLst>
          </p:cNvPr>
          <p:cNvSpPr>
            <a:spLocks xmlns:a="http://schemas.openxmlformats.org/drawingml/2006/main" noGrp="1"/>
          </p:cNvSpPr>
          <p:nvPr/>
        </p:nvSpPr>
        <p:spPr>
          <a:xfrm xmlns:a="http://schemas.openxmlformats.org/drawingml/2006/main">
            <a:off x="1773936" y="4892040"/>
            <a:ext cx="9326880" cy="3566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1875"/>
            </a:defPPr>
          </a:lstStyle>
          <a:p xmlns:a="http://schemas.openxmlformats.org/drawingml/2006/main">
            <a:pPr marL="0" marR="0" lvl="0" indent="0" algn="l">
              <a:lnSpc>
                <a:spcPct val="105000"/>
              </a:lnSpc>
              <a:spcBef>
                <a:spcPts val="0"/>
              </a:spcBef>
              <a:spcAft>
                <a:spcPts val="0"/>
              </a:spcAft>
              <a:buNone/>
              <a:defRPr sz="1875"/>
            </a:pPr>
            <a:r>
              <a:rPr sz="1875" b="0">
                <a:solidFill>
                  <a:srgbClr val="456170"/>
                </a:solidFill>
                <a:latin typeface="Arial"/>
                <a:ea typeface="Arial"/>
                <a:cs typeface="Arial"/>
              </a:rPr>
              <a:t>React/Vite, FastAPI/SQLite; Edge voices; Lucide; Fontsource; Render.</a:t>
            </a:r>
            <a:endParaRPr/>
          </a:p>
        </p:txBody>
      </p:sp>
      <p:sp>
        <p:nvSpPr>
          <p:cNvPr id="256" name="Google Shape;256;p6">
            <a:extLst xmlns:a="http://schemas.openxmlformats.org/drawingml/2006/main">
              <a:ext uri="{FF2B5EF4-FFF2-40B4-BE49-F238E27FC236}">
                <a16:creationId xmlns:a16="http://schemas.microsoft.com/office/drawing/2014/main" id="{1D5ABC18-0B98-4E27-8616-9EE657208597}"/>
              </a:ext>
            </a:extLst>
          </p:cNvPr>
          <p:cNvSpPr>
            <a:spLocks xmlns:a="http://schemas.openxmlformats.org/drawingml/2006/main" noGrp="1"/>
          </p:cNvSpPr>
          <p:nvPr/>
        </p:nvSpPr>
        <p:spPr>
          <a:xfrm xmlns:a="http://schemas.openxmlformats.org/drawingml/2006/main">
            <a:off x="704850" y="5534025"/>
            <a:ext cx="10782300" cy="447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8275" tIns="22850" rIns="18275" bIns="22850" anchor="ctr">
            <a:noAutofit/>
          </a:bodyPr>
          <a:lstStyle xmlns:a="http://schemas.openxmlformats.org/drawingml/2006/main">
            <a:defPPr>
              <a:defRPr sz="2250"/>
            </a:defPPr>
          </a:lstStyle>
          <a:p xmlns:a="http://schemas.openxmlformats.org/drawingml/2006/main">
            <a:pPr marL="0" marR="0" lvl="0" indent="0" algn="ctr">
              <a:lnSpc>
                <a:spcPct val="105000"/>
              </a:lnSpc>
              <a:spcBef>
                <a:spcPts val="0"/>
              </a:spcBef>
              <a:spcAft>
                <a:spcPts val="0"/>
              </a:spcAft>
              <a:buNone/>
              <a:defRPr sz="2250"/>
            </a:pPr>
            <a:r>
              <a:rPr sz="2250" b="1">
                <a:solidFill>
                  <a:srgbClr val="0C3850"/>
                </a:solidFill>
                <a:latin typeface="Arial"/>
                <a:ea typeface="Arial"/>
                <a:cs typeface="Arial"/>
                <a:hlinkClick xmlns:r="http://schemas.openxmlformats.org/officeDocument/2006/relationships" r:id="R51be894433c04dc4"/>
              </a:rPr>
              <a:t>github.com/RujalRaj/OPD-RAQ-AIA</a:t>
            </a:r>
            <a:endParaRPr/>
          </a:p>
        </p:txBody>
      </p:sp>
      <p:sp>
        <p:nvSpPr>
          <p:cNvPr id="257" name="credits-detail">
            <a:extLst xmlns:a="http://schemas.openxmlformats.org/drawingml/2006/main">
              <a:ext uri="{FF2B5EF4-FFF2-40B4-BE49-F238E27FC236}">
                <a16:creationId xmlns:a16="http://schemas.microsoft.com/office/drawing/2014/main" id="{B9275BAD-8B62-423C-BFF4-A424B0DEB044}"/>
              </a:ext>
            </a:extLst>
          </p:cNvPr>
          <p:cNvSpPr>
            <a:spLocks xmlns:a="http://schemas.openxmlformats.org/drawingml/2006/main" noGrp="1"/>
          </p:cNvSpPr>
          <p:nvPr/>
        </p:nvSpPr>
        <p:spPr>
          <a:xfrm xmlns:a="http://schemas.openxmlformats.org/drawingml/2006/main">
            <a:off x="1362075" y="5991225"/>
            <a:ext cx="9829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456170"/>
                </a:solidFill>
                <a:latin typeface="Arial"/>
                <a:ea typeface="Arial"/>
                <a:cs typeface="Arial"/>
              </a:defRPr>
            </a:defPPr>
          </a:lstStyle>
          <a:p xmlns:a="http://schemas.openxmlformats.org/drawingml/2006/main">
            <a:pPr>
              <a:defRPr sz="1650" b="0">
                <a:solidFill>
                  <a:srgbClr val="456170"/>
                </a:solidFill>
                <a:latin typeface="Arial"/>
                <a:ea typeface="Arial"/>
                <a:cs typeface="Arial"/>
              </a:defRPr>
            </a:pPr>
            <a:r>
              <a:rPr sz="1650" b="0">
                <a:solidFill>
                  <a:srgbClr val="456170"/>
                </a:solidFill>
                <a:latin typeface="Arial"/>
                <a:ea typeface="Arial"/>
                <a:cs typeface="Arial"/>
              </a:rPr>
              <a:t>Full source, tool and dependency credits are in README + THIRD_PARTY_NOTICES.</a:t>
            </a:r>
          </a:p>
        </p:txBody>
      </p:sp>
    </p:spTree>
    <p:extLst>
      <p:ext uri="{BB962C8B-B14F-4D97-AF65-F5344CB8AC3E}">
        <p14:creationId xmlns:p14="http://schemas.microsoft.com/office/powerpoint/2010/main" val="855857018"/>
      </p:ext>
    </p:extLst>
  </p:cSld>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2026-10-13T11:14:39.1670000Z</dcterms:created>
  <dcterms:modified xsi:type="dcterms:W3CDTF">2026-10-13T11:14:39.1670000Z</dcterms:modified>
</coreProperties>
</file>